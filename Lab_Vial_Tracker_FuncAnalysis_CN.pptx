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79" r:id="rId4"/>
    <p:sldId id="282" r:id="rId5"/>
    <p:sldId id="288" r:id="rId6"/>
    <p:sldId id="283" r:id="rId7"/>
    <p:sldId id="287" r:id="rId8"/>
    <p:sldId id="281" r:id="rId9"/>
    <p:sldId id="285" r:id="rId10"/>
    <p:sldId id="258" r:id="rId11"/>
    <p:sldId id="286" r:id="rId12"/>
    <p:sldId id="290" r:id="rId13"/>
    <p:sldId id="264" r:id="rId14"/>
    <p:sldId id="272" r:id="rId15"/>
    <p:sldId id="273" r:id="rId16"/>
    <p:sldId id="289" r:id="rId17"/>
    <p:sldId id="291" r:id="rId18"/>
    <p:sldId id="294" r:id="rId19"/>
    <p:sldId id="292" r:id="rId20"/>
    <p:sldId id="295" r:id="rId21"/>
    <p:sldId id="297" r:id="rId22"/>
    <p:sldId id="296" r:id="rId23"/>
    <p:sldId id="298" r:id="rId24"/>
    <p:sldId id="299" r:id="rId25"/>
    <p:sldId id="300" r:id="rId26"/>
    <p:sldId id="30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7C08A3-E75C-43DD-B3AE-DF4FA9900FB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18AF401-EA50-4AE9-B723-CF2904B0836F}">
      <dgm:prSet phldrT="[Text]"/>
      <dgm:spPr/>
      <dgm:t>
        <a:bodyPr/>
        <a:lstStyle/>
        <a:p>
          <a:r>
            <a:rPr lang="zh-CN" altLang="en-US" dirty="0"/>
            <a:t>收样</a:t>
          </a:r>
          <a:endParaRPr lang="en-US" dirty="0"/>
        </a:p>
      </dgm:t>
    </dgm:pt>
    <dgm:pt modelId="{935327E5-4B32-4CEB-9A99-42FEFAB23CEA}" type="parTrans" cxnId="{31854DC8-D79C-4797-A66D-2C1F64821634}">
      <dgm:prSet/>
      <dgm:spPr/>
      <dgm:t>
        <a:bodyPr/>
        <a:lstStyle/>
        <a:p>
          <a:endParaRPr lang="en-US"/>
        </a:p>
      </dgm:t>
    </dgm:pt>
    <dgm:pt modelId="{D776B0EE-3B06-4CD7-BDD9-F84A31506727}" type="sibTrans" cxnId="{31854DC8-D79C-4797-A66D-2C1F64821634}">
      <dgm:prSet/>
      <dgm:spPr/>
      <dgm:t>
        <a:bodyPr/>
        <a:lstStyle/>
        <a:p>
          <a:endParaRPr lang="en-US"/>
        </a:p>
      </dgm:t>
    </dgm:pt>
    <dgm:pt modelId="{46F5EA61-0098-4200-80FC-17ADDBACE8B2}">
      <dgm:prSet phldrT="[Text]"/>
      <dgm:spPr/>
      <dgm:t>
        <a:bodyPr/>
        <a:lstStyle/>
        <a:p>
          <a:r>
            <a:rPr lang="zh-CN" altLang="en-US" dirty="0"/>
            <a:t>核酸提取</a:t>
          </a:r>
          <a:endParaRPr lang="en-US" dirty="0"/>
        </a:p>
      </dgm:t>
    </dgm:pt>
    <dgm:pt modelId="{B8941153-5B9A-4440-8441-8FBBA2C477FA}" type="parTrans" cxnId="{5473F8A7-0A10-4585-8E3B-BC9A0F2B1937}">
      <dgm:prSet/>
      <dgm:spPr/>
      <dgm:t>
        <a:bodyPr/>
        <a:lstStyle/>
        <a:p>
          <a:endParaRPr lang="en-US"/>
        </a:p>
      </dgm:t>
    </dgm:pt>
    <dgm:pt modelId="{CE73CDFF-EA72-4FFD-B6A2-22D0A47E7593}" type="sibTrans" cxnId="{5473F8A7-0A10-4585-8E3B-BC9A0F2B1937}">
      <dgm:prSet/>
      <dgm:spPr/>
      <dgm:t>
        <a:bodyPr/>
        <a:lstStyle/>
        <a:p>
          <a:endParaRPr lang="en-US"/>
        </a:p>
      </dgm:t>
    </dgm:pt>
    <dgm:pt modelId="{F4A45905-4428-4298-9F22-BB0311BB0BA2}">
      <dgm:prSet phldrT="[Text]"/>
      <dgm:spPr/>
      <dgm:t>
        <a:bodyPr/>
        <a:lstStyle/>
        <a:p>
          <a:r>
            <a:rPr lang="zh-CN" altLang="en-US" dirty="0"/>
            <a:t>扩增</a:t>
          </a:r>
          <a:endParaRPr lang="en-US" dirty="0"/>
        </a:p>
      </dgm:t>
    </dgm:pt>
    <dgm:pt modelId="{A61F1111-41FD-4CA8-9790-06F71CF49CD0}" type="parTrans" cxnId="{94B0146C-AE8A-43E3-BC37-57A31415B568}">
      <dgm:prSet/>
      <dgm:spPr/>
      <dgm:t>
        <a:bodyPr/>
        <a:lstStyle/>
        <a:p>
          <a:endParaRPr lang="en-US"/>
        </a:p>
      </dgm:t>
    </dgm:pt>
    <dgm:pt modelId="{4D42E5C3-EBF7-4132-A074-EAEBC1B9D4CD}" type="sibTrans" cxnId="{94B0146C-AE8A-43E3-BC37-57A31415B568}">
      <dgm:prSet/>
      <dgm:spPr/>
      <dgm:t>
        <a:bodyPr/>
        <a:lstStyle/>
        <a:p>
          <a:endParaRPr lang="en-US"/>
        </a:p>
      </dgm:t>
    </dgm:pt>
    <dgm:pt modelId="{4DD26894-B7B8-42F9-A1A6-EF913FEE67DB}">
      <dgm:prSet phldrT="[Text]"/>
      <dgm:spPr/>
      <dgm:t>
        <a:bodyPr/>
        <a:lstStyle/>
        <a:p>
          <a:r>
            <a:rPr lang="zh-CN" altLang="en-US" dirty="0"/>
            <a:t>建库</a:t>
          </a:r>
          <a:endParaRPr lang="en-US" dirty="0"/>
        </a:p>
      </dgm:t>
    </dgm:pt>
    <dgm:pt modelId="{BF800722-1D45-4BF2-A849-60E096472FA1}" type="parTrans" cxnId="{E2A430D8-7043-4FF6-9457-224D25A11D2C}">
      <dgm:prSet/>
      <dgm:spPr/>
      <dgm:t>
        <a:bodyPr/>
        <a:lstStyle/>
        <a:p>
          <a:endParaRPr lang="en-US"/>
        </a:p>
      </dgm:t>
    </dgm:pt>
    <dgm:pt modelId="{15B86A59-DD18-4C4D-8E10-5880AFA8F53F}" type="sibTrans" cxnId="{E2A430D8-7043-4FF6-9457-224D25A11D2C}">
      <dgm:prSet/>
      <dgm:spPr/>
      <dgm:t>
        <a:bodyPr/>
        <a:lstStyle/>
        <a:p>
          <a:endParaRPr lang="en-US"/>
        </a:p>
      </dgm:t>
    </dgm:pt>
    <dgm:pt modelId="{2F16DB5B-0130-4A66-BCA6-375BC5E82C57}">
      <dgm:prSet phldrT="[Text]"/>
      <dgm:spPr/>
      <dgm:t>
        <a:bodyPr/>
        <a:lstStyle/>
        <a:p>
          <a:r>
            <a:rPr lang="zh-CN" altLang="en-US" dirty="0"/>
            <a:t>测序</a:t>
          </a:r>
          <a:endParaRPr lang="en-US" dirty="0"/>
        </a:p>
      </dgm:t>
    </dgm:pt>
    <dgm:pt modelId="{E1E558C7-555E-4302-82FA-2D9C0B0D396C}" type="parTrans" cxnId="{01A877E9-A63F-4EE8-A949-224EC4CFBC93}">
      <dgm:prSet/>
      <dgm:spPr/>
      <dgm:t>
        <a:bodyPr/>
        <a:lstStyle/>
        <a:p>
          <a:endParaRPr lang="en-US"/>
        </a:p>
      </dgm:t>
    </dgm:pt>
    <dgm:pt modelId="{48C9DEB9-57A7-4B92-8DF8-0575184C4E7B}" type="sibTrans" cxnId="{01A877E9-A63F-4EE8-A949-224EC4CFBC93}">
      <dgm:prSet/>
      <dgm:spPr/>
      <dgm:t>
        <a:bodyPr/>
        <a:lstStyle/>
        <a:p>
          <a:endParaRPr lang="en-US"/>
        </a:p>
      </dgm:t>
    </dgm:pt>
    <dgm:pt modelId="{C2808057-C35B-47D2-A38A-E9BA410A8F35}">
      <dgm:prSet phldrT="[Text]"/>
      <dgm:spPr/>
      <dgm:t>
        <a:bodyPr/>
        <a:lstStyle/>
        <a:p>
          <a:r>
            <a:rPr lang="zh-CN" altLang="en-US" dirty="0"/>
            <a:t>报告</a:t>
          </a:r>
          <a:endParaRPr lang="en-US" dirty="0"/>
        </a:p>
      </dgm:t>
    </dgm:pt>
    <dgm:pt modelId="{CE4D7C0F-2914-4499-86A0-F71DE498D6DB}" type="parTrans" cxnId="{776FD25A-C056-4D61-9FA4-CC78F11020FC}">
      <dgm:prSet/>
      <dgm:spPr/>
      <dgm:t>
        <a:bodyPr/>
        <a:lstStyle/>
        <a:p>
          <a:endParaRPr lang="en-US"/>
        </a:p>
      </dgm:t>
    </dgm:pt>
    <dgm:pt modelId="{E422F435-BF54-434A-9570-6CFCFD16997F}" type="sibTrans" cxnId="{776FD25A-C056-4D61-9FA4-CC78F11020FC}">
      <dgm:prSet/>
      <dgm:spPr/>
      <dgm:t>
        <a:bodyPr/>
        <a:lstStyle/>
        <a:p>
          <a:endParaRPr lang="en-US"/>
        </a:p>
      </dgm:t>
    </dgm:pt>
    <dgm:pt modelId="{227D4F43-3F06-4A0E-9B38-CB77BE173393}" type="pres">
      <dgm:prSet presAssocID="{037C08A3-E75C-43DD-B3AE-DF4FA9900FB8}" presName="Name0" presStyleCnt="0">
        <dgm:presLayoutVars>
          <dgm:dir/>
          <dgm:resizeHandles val="exact"/>
        </dgm:presLayoutVars>
      </dgm:prSet>
      <dgm:spPr/>
    </dgm:pt>
    <dgm:pt modelId="{3BDD31D5-1233-42E8-9A28-228717A358A2}" type="pres">
      <dgm:prSet presAssocID="{718AF401-EA50-4AE9-B723-CF2904B0836F}" presName="node" presStyleLbl="node1" presStyleIdx="0" presStyleCnt="6">
        <dgm:presLayoutVars>
          <dgm:bulletEnabled val="1"/>
        </dgm:presLayoutVars>
      </dgm:prSet>
      <dgm:spPr/>
    </dgm:pt>
    <dgm:pt modelId="{265004C8-0662-45D2-8E9B-9FCF457CCE00}" type="pres">
      <dgm:prSet presAssocID="{D776B0EE-3B06-4CD7-BDD9-F84A31506727}" presName="sibTrans" presStyleLbl="sibTrans2D1" presStyleIdx="0" presStyleCnt="5"/>
      <dgm:spPr/>
    </dgm:pt>
    <dgm:pt modelId="{6D882137-62F8-4578-A495-BFD80316DA2C}" type="pres">
      <dgm:prSet presAssocID="{D776B0EE-3B06-4CD7-BDD9-F84A31506727}" presName="connectorText" presStyleLbl="sibTrans2D1" presStyleIdx="0" presStyleCnt="5"/>
      <dgm:spPr/>
    </dgm:pt>
    <dgm:pt modelId="{741E2BBD-7A34-4DFF-B902-60596E7A3B1C}" type="pres">
      <dgm:prSet presAssocID="{46F5EA61-0098-4200-80FC-17ADDBACE8B2}" presName="node" presStyleLbl="node1" presStyleIdx="1" presStyleCnt="6">
        <dgm:presLayoutVars>
          <dgm:bulletEnabled val="1"/>
        </dgm:presLayoutVars>
      </dgm:prSet>
      <dgm:spPr/>
    </dgm:pt>
    <dgm:pt modelId="{166C6BF4-A0CC-4DAC-B224-B3999C9E0CD6}" type="pres">
      <dgm:prSet presAssocID="{CE73CDFF-EA72-4FFD-B6A2-22D0A47E7593}" presName="sibTrans" presStyleLbl="sibTrans2D1" presStyleIdx="1" presStyleCnt="5"/>
      <dgm:spPr/>
    </dgm:pt>
    <dgm:pt modelId="{60F7ABF4-AA9B-4019-84BB-AE2F3B52BA0F}" type="pres">
      <dgm:prSet presAssocID="{CE73CDFF-EA72-4FFD-B6A2-22D0A47E7593}" presName="connectorText" presStyleLbl="sibTrans2D1" presStyleIdx="1" presStyleCnt="5"/>
      <dgm:spPr/>
    </dgm:pt>
    <dgm:pt modelId="{00AD5CE7-0E6D-437A-8D75-821031B3E936}" type="pres">
      <dgm:prSet presAssocID="{F4A45905-4428-4298-9F22-BB0311BB0BA2}" presName="node" presStyleLbl="node1" presStyleIdx="2" presStyleCnt="6">
        <dgm:presLayoutVars>
          <dgm:bulletEnabled val="1"/>
        </dgm:presLayoutVars>
      </dgm:prSet>
      <dgm:spPr/>
    </dgm:pt>
    <dgm:pt modelId="{179D179B-B0F4-4DFC-B05F-8ABF3A19DBAC}" type="pres">
      <dgm:prSet presAssocID="{4D42E5C3-EBF7-4132-A074-EAEBC1B9D4CD}" presName="sibTrans" presStyleLbl="sibTrans2D1" presStyleIdx="2" presStyleCnt="5"/>
      <dgm:spPr/>
    </dgm:pt>
    <dgm:pt modelId="{68550A84-CFDF-4137-A343-B6BF0472EC12}" type="pres">
      <dgm:prSet presAssocID="{4D42E5C3-EBF7-4132-A074-EAEBC1B9D4CD}" presName="connectorText" presStyleLbl="sibTrans2D1" presStyleIdx="2" presStyleCnt="5"/>
      <dgm:spPr/>
    </dgm:pt>
    <dgm:pt modelId="{A37084A3-808A-4CC0-A45F-C08F19F43A6A}" type="pres">
      <dgm:prSet presAssocID="{4DD26894-B7B8-42F9-A1A6-EF913FEE67DB}" presName="node" presStyleLbl="node1" presStyleIdx="3" presStyleCnt="6">
        <dgm:presLayoutVars>
          <dgm:bulletEnabled val="1"/>
        </dgm:presLayoutVars>
      </dgm:prSet>
      <dgm:spPr/>
    </dgm:pt>
    <dgm:pt modelId="{E46D893E-E50A-4311-911D-356AC810AFBD}" type="pres">
      <dgm:prSet presAssocID="{15B86A59-DD18-4C4D-8E10-5880AFA8F53F}" presName="sibTrans" presStyleLbl="sibTrans2D1" presStyleIdx="3" presStyleCnt="5"/>
      <dgm:spPr/>
    </dgm:pt>
    <dgm:pt modelId="{06E7B2A2-A410-4714-83F9-D9B20C568CEF}" type="pres">
      <dgm:prSet presAssocID="{15B86A59-DD18-4C4D-8E10-5880AFA8F53F}" presName="connectorText" presStyleLbl="sibTrans2D1" presStyleIdx="3" presStyleCnt="5"/>
      <dgm:spPr/>
    </dgm:pt>
    <dgm:pt modelId="{32B1B15D-3D33-44A7-BC99-69DAD0C741F6}" type="pres">
      <dgm:prSet presAssocID="{2F16DB5B-0130-4A66-BCA6-375BC5E82C57}" presName="node" presStyleLbl="node1" presStyleIdx="4" presStyleCnt="6">
        <dgm:presLayoutVars>
          <dgm:bulletEnabled val="1"/>
        </dgm:presLayoutVars>
      </dgm:prSet>
      <dgm:spPr/>
    </dgm:pt>
    <dgm:pt modelId="{0D2B917C-F4CA-4190-B72B-120607230A09}" type="pres">
      <dgm:prSet presAssocID="{48C9DEB9-57A7-4B92-8DF8-0575184C4E7B}" presName="sibTrans" presStyleLbl="sibTrans2D1" presStyleIdx="4" presStyleCnt="5"/>
      <dgm:spPr/>
    </dgm:pt>
    <dgm:pt modelId="{6B1D7906-C7E2-4290-BF78-741177E0E329}" type="pres">
      <dgm:prSet presAssocID="{48C9DEB9-57A7-4B92-8DF8-0575184C4E7B}" presName="connectorText" presStyleLbl="sibTrans2D1" presStyleIdx="4" presStyleCnt="5"/>
      <dgm:spPr/>
    </dgm:pt>
    <dgm:pt modelId="{F0203A42-C96B-41FD-9178-D9B2FD3CAB55}" type="pres">
      <dgm:prSet presAssocID="{C2808057-C35B-47D2-A38A-E9BA410A8F35}" presName="node" presStyleLbl="node1" presStyleIdx="5" presStyleCnt="6">
        <dgm:presLayoutVars>
          <dgm:bulletEnabled val="1"/>
        </dgm:presLayoutVars>
      </dgm:prSet>
      <dgm:spPr/>
    </dgm:pt>
  </dgm:ptLst>
  <dgm:cxnLst>
    <dgm:cxn modelId="{587FE702-B816-4DF5-96D2-D092FE7B0CFE}" type="presOf" srcId="{D776B0EE-3B06-4CD7-BDD9-F84A31506727}" destId="{6D882137-62F8-4578-A495-BFD80316DA2C}" srcOrd="1" destOrd="0" presId="urn:microsoft.com/office/officeart/2005/8/layout/process1"/>
    <dgm:cxn modelId="{1C1F040B-5F3D-4862-B805-5531171D6572}" type="presOf" srcId="{718AF401-EA50-4AE9-B723-CF2904B0836F}" destId="{3BDD31D5-1233-42E8-9A28-228717A358A2}" srcOrd="0" destOrd="0" presId="urn:microsoft.com/office/officeart/2005/8/layout/process1"/>
    <dgm:cxn modelId="{8F7E6E2D-20DF-41D4-AAA5-A4DF2507DCFC}" type="presOf" srcId="{15B86A59-DD18-4C4D-8E10-5880AFA8F53F}" destId="{06E7B2A2-A410-4714-83F9-D9B20C568CEF}" srcOrd="1" destOrd="0" presId="urn:microsoft.com/office/officeart/2005/8/layout/process1"/>
    <dgm:cxn modelId="{08E7CD3F-25AD-4078-9204-1E0DFC54E018}" type="presOf" srcId="{4D42E5C3-EBF7-4132-A074-EAEBC1B9D4CD}" destId="{179D179B-B0F4-4DFC-B05F-8ABF3A19DBAC}" srcOrd="0" destOrd="0" presId="urn:microsoft.com/office/officeart/2005/8/layout/process1"/>
    <dgm:cxn modelId="{CB6BC35C-4DF4-4D49-8F4B-11EFB9654D78}" type="presOf" srcId="{15B86A59-DD18-4C4D-8E10-5880AFA8F53F}" destId="{E46D893E-E50A-4311-911D-356AC810AFBD}" srcOrd="0" destOrd="0" presId="urn:microsoft.com/office/officeart/2005/8/layout/process1"/>
    <dgm:cxn modelId="{94B0146C-AE8A-43E3-BC37-57A31415B568}" srcId="{037C08A3-E75C-43DD-B3AE-DF4FA9900FB8}" destId="{F4A45905-4428-4298-9F22-BB0311BB0BA2}" srcOrd="2" destOrd="0" parTransId="{A61F1111-41FD-4CA8-9790-06F71CF49CD0}" sibTransId="{4D42E5C3-EBF7-4132-A074-EAEBC1B9D4CD}"/>
    <dgm:cxn modelId="{E8604E6E-7B82-4266-B575-2B8E85D9021E}" type="presOf" srcId="{4DD26894-B7B8-42F9-A1A6-EF913FEE67DB}" destId="{A37084A3-808A-4CC0-A45F-C08F19F43A6A}" srcOrd="0" destOrd="0" presId="urn:microsoft.com/office/officeart/2005/8/layout/process1"/>
    <dgm:cxn modelId="{81E89550-E06D-4CF4-BA58-321C50E22F32}" type="presOf" srcId="{4D42E5C3-EBF7-4132-A074-EAEBC1B9D4CD}" destId="{68550A84-CFDF-4137-A343-B6BF0472EC12}" srcOrd="1" destOrd="0" presId="urn:microsoft.com/office/officeart/2005/8/layout/process1"/>
    <dgm:cxn modelId="{776FD25A-C056-4D61-9FA4-CC78F11020FC}" srcId="{037C08A3-E75C-43DD-B3AE-DF4FA9900FB8}" destId="{C2808057-C35B-47D2-A38A-E9BA410A8F35}" srcOrd="5" destOrd="0" parTransId="{CE4D7C0F-2914-4499-86A0-F71DE498D6DB}" sibTransId="{E422F435-BF54-434A-9570-6CFCFD16997F}"/>
    <dgm:cxn modelId="{D0F7687C-6F92-4AAB-86F1-FAD5F49D4FCF}" type="presOf" srcId="{037C08A3-E75C-43DD-B3AE-DF4FA9900FB8}" destId="{227D4F43-3F06-4A0E-9B38-CB77BE173393}" srcOrd="0" destOrd="0" presId="urn:microsoft.com/office/officeart/2005/8/layout/process1"/>
    <dgm:cxn modelId="{FCB3277D-BD1A-4474-8E25-482E2AE6FEA5}" type="presOf" srcId="{CE73CDFF-EA72-4FFD-B6A2-22D0A47E7593}" destId="{166C6BF4-A0CC-4DAC-B224-B3999C9E0CD6}" srcOrd="0" destOrd="0" presId="urn:microsoft.com/office/officeart/2005/8/layout/process1"/>
    <dgm:cxn modelId="{5A87E880-07B8-488B-A14F-24A11CA95F67}" type="presOf" srcId="{2F16DB5B-0130-4A66-BCA6-375BC5E82C57}" destId="{32B1B15D-3D33-44A7-BC99-69DAD0C741F6}" srcOrd="0" destOrd="0" presId="urn:microsoft.com/office/officeart/2005/8/layout/process1"/>
    <dgm:cxn modelId="{EA3C748F-97BE-4730-B0D4-7389BF87A63B}" type="presOf" srcId="{48C9DEB9-57A7-4B92-8DF8-0575184C4E7B}" destId="{6B1D7906-C7E2-4290-BF78-741177E0E329}" srcOrd="1" destOrd="0" presId="urn:microsoft.com/office/officeart/2005/8/layout/process1"/>
    <dgm:cxn modelId="{CB847CA3-8EAC-4560-BBB0-A341B8FC4A48}" type="presOf" srcId="{F4A45905-4428-4298-9F22-BB0311BB0BA2}" destId="{00AD5CE7-0E6D-437A-8D75-821031B3E936}" srcOrd="0" destOrd="0" presId="urn:microsoft.com/office/officeart/2005/8/layout/process1"/>
    <dgm:cxn modelId="{D34E01A4-9182-4226-95EB-C2242E6B9E3A}" type="presOf" srcId="{46F5EA61-0098-4200-80FC-17ADDBACE8B2}" destId="{741E2BBD-7A34-4DFF-B902-60596E7A3B1C}" srcOrd="0" destOrd="0" presId="urn:microsoft.com/office/officeart/2005/8/layout/process1"/>
    <dgm:cxn modelId="{5473F8A7-0A10-4585-8E3B-BC9A0F2B1937}" srcId="{037C08A3-E75C-43DD-B3AE-DF4FA9900FB8}" destId="{46F5EA61-0098-4200-80FC-17ADDBACE8B2}" srcOrd="1" destOrd="0" parTransId="{B8941153-5B9A-4440-8441-8FBBA2C477FA}" sibTransId="{CE73CDFF-EA72-4FFD-B6A2-22D0A47E7593}"/>
    <dgm:cxn modelId="{BDD69AA8-E145-4B24-BEFE-15E06BEBC3C8}" type="presOf" srcId="{48C9DEB9-57A7-4B92-8DF8-0575184C4E7B}" destId="{0D2B917C-F4CA-4190-B72B-120607230A09}" srcOrd="0" destOrd="0" presId="urn:microsoft.com/office/officeart/2005/8/layout/process1"/>
    <dgm:cxn modelId="{31854DC8-D79C-4797-A66D-2C1F64821634}" srcId="{037C08A3-E75C-43DD-B3AE-DF4FA9900FB8}" destId="{718AF401-EA50-4AE9-B723-CF2904B0836F}" srcOrd="0" destOrd="0" parTransId="{935327E5-4B32-4CEB-9A99-42FEFAB23CEA}" sibTransId="{D776B0EE-3B06-4CD7-BDD9-F84A31506727}"/>
    <dgm:cxn modelId="{83AAFED0-AD95-456A-9A97-C59B36DBB0DC}" type="presOf" srcId="{C2808057-C35B-47D2-A38A-E9BA410A8F35}" destId="{F0203A42-C96B-41FD-9178-D9B2FD3CAB55}" srcOrd="0" destOrd="0" presId="urn:microsoft.com/office/officeart/2005/8/layout/process1"/>
    <dgm:cxn modelId="{E2A430D8-7043-4FF6-9457-224D25A11D2C}" srcId="{037C08A3-E75C-43DD-B3AE-DF4FA9900FB8}" destId="{4DD26894-B7B8-42F9-A1A6-EF913FEE67DB}" srcOrd="3" destOrd="0" parTransId="{BF800722-1D45-4BF2-A849-60E096472FA1}" sibTransId="{15B86A59-DD18-4C4D-8E10-5880AFA8F53F}"/>
    <dgm:cxn modelId="{6655D2DB-C44F-4D45-AE5D-BF33870E16C2}" type="presOf" srcId="{D776B0EE-3B06-4CD7-BDD9-F84A31506727}" destId="{265004C8-0662-45D2-8E9B-9FCF457CCE00}" srcOrd="0" destOrd="0" presId="urn:microsoft.com/office/officeart/2005/8/layout/process1"/>
    <dgm:cxn modelId="{01A877E9-A63F-4EE8-A949-224EC4CFBC93}" srcId="{037C08A3-E75C-43DD-B3AE-DF4FA9900FB8}" destId="{2F16DB5B-0130-4A66-BCA6-375BC5E82C57}" srcOrd="4" destOrd="0" parTransId="{E1E558C7-555E-4302-82FA-2D9C0B0D396C}" sibTransId="{48C9DEB9-57A7-4B92-8DF8-0575184C4E7B}"/>
    <dgm:cxn modelId="{71C5DBF4-EEEC-4665-85CD-15F5C0921283}" type="presOf" srcId="{CE73CDFF-EA72-4FFD-B6A2-22D0A47E7593}" destId="{60F7ABF4-AA9B-4019-84BB-AE2F3B52BA0F}" srcOrd="1" destOrd="0" presId="urn:microsoft.com/office/officeart/2005/8/layout/process1"/>
    <dgm:cxn modelId="{F772E3B1-16D1-4B9B-9AB7-0E0FB0AFE9DD}" type="presParOf" srcId="{227D4F43-3F06-4A0E-9B38-CB77BE173393}" destId="{3BDD31D5-1233-42E8-9A28-228717A358A2}" srcOrd="0" destOrd="0" presId="urn:microsoft.com/office/officeart/2005/8/layout/process1"/>
    <dgm:cxn modelId="{CF294753-EFDE-4071-ADB5-7911E04E0087}" type="presParOf" srcId="{227D4F43-3F06-4A0E-9B38-CB77BE173393}" destId="{265004C8-0662-45D2-8E9B-9FCF457CCE00}" srcOrd="1" destOrd="0" presId="urn:microsoft.com/office/officeart/2005/8/layout/process1"/>
    <dgm:cxn modelId="{B1187CC2-25A9-4E7D-AAB1-076212BA608D}" type="presParOf" srcId="{265004C8-0662-45D2-8E9B-9FCF457CCE00}" destId="{6D882137-62F8-4578-A495-BFD80316DA2C}" srcOrd="0" destOrd="0" presId="urn:microsoft.com/office/officeart/2005/8/layout/process1"/>
    <dgm:cxn modelId="{1501006B-8036-4088-9DAF-5AD1805AAA1E}" type="presParOf" srcId="{227D4F43-3F06-4A0E-9B38-CB77BE173393}" destId="{741E2BBD-7A34-4DFF-B902-60596E7A3B1C}" srcOrd="2" destOrd="0" presId="urn:microsoft.com/office/officeart/2005/8/layout/process1"/>
    <dgm:cxn modelId="{961A6EEB-41AB-4FD6-874A-9E82932017AC}" type="presParOf" srcId="{227D4F43-3F06-4A0E-9B38-CB77BE173393}" destId="{166C6BF4-A0CC-4DAC-B224-B3999C9E0CD6}" srcOrd="3" destOrd="0" presId="urn:microsoft.com/office/officeart/2005/8/layout/process1"/>
    <dgm:cxn modelId="{18E18277-5E68-421A-8AF1-A797AC52C55E}" type="presParOf" srcId="{166C6BF4-A0CC-4DAC-B224-B3999C9E0CD6}" destId="{60F7ABF4-AA9B-4019-84BB-AE2F3B52BA0F}" srcOrd="0" destOrd="0" presId="urn:microsoft.com/office/officeart/2005/8/layout/process1"/>
    <dgm:cxn modelId="{50321148-B39D-4139-AD97-CECAD2ED0FBE}" type="presParOf" srcId="{227D4F43-3F06-4A0E-9B38-CB77BE173393}" destId="{00AD5CE7-0E6D-437A-8D75-821031B3E936}" srcOrd="4" destOrd="0" presId="urn:microsoft.com/office/officeart/2005/8/layout/process1"/>
    <dgm:cxn modelId="{4DAE2738-7858-49D2-9467-FD52655919E9}" type="presParOf" srcId="{227D4F43-3F06-4A0E-9B38-CB77BE173393}" destId="{179D179B-B0F4-4DFC-B05F-8ABF3A19DBAC}" srcOrd="5" destOrd="0" presId="urn:microsoft.com/office/officeart/2005/8/layout/process1"/>
    <dgm:cxn modelId="{FF61B078-9C7D-46FE-B70D-E78F9E0C3185}" type="presParOf" srcId="{179D179B-B0F4-4DFC-B05F-8ABF3A19DBAC}" destId="{68550A84-CFDF-4137-A343-B6BF0472EC12}" srcOrd="0" destOrd="0" presId="urn:microsoft.com/office/officeart/2005/8/layout/process1"/>
    <dgm:cxn modelId="{82601E4B-C3E1-4CB4-8BA8-83DF662994A6}" type="presParOf" srcId="{227D4F43-3F06-4A0E-9B38-CB77BE173393}" destId="{A37084A3-808A-4CC0-A45F-C08F19F43A6A}" srcOrd="6" destOrd="0" presId="urn:microsoft.com/office/officeart/2005/8/layout/process1"/>
    <dgm:cxn modelId="{0F708AED-069F-4026-B9CF-48038F0726D4}" type="presParOf" srcId="{227D4F43-3F06-4A0E-9B38-CB77BE173393}" destId="{E46D893E-E50A-4311-911D-356AC810AFBD}" srcOrd="7" destOrd="0" presId="urn:microsoft.com/office/officeart/2005/8/layout/process1"/>
    <dgm:cxn modelId="{EF0A7AFF-5F34-46A4-B79F-8B0F7257A20D}" type="presParOf" srcId="{E46D893E-E50A-4311-911D-356AC810AFBD}" destId="{06E7B2A2-A410-4714-83F9-D9B20C568CEF}" srcOrd="0" destOrd="0" presId="urn:microsoft.com/office/officeart/2005/8/layout/process1"/>
    <dgm:cxn modelId="{FD37B83E-1693-4DC5-9DBB-6C2975D9AC82}" type="presParOf" srcId="{227D4F43-3F06-4A0E-9B38-CB77BE173393}" destId="{32B1B15D-3D33-44A7-BC99-69DAD0C741F6}" srcOrd="8" destOrd="0" presId="urn:microsoft.com/office/officeart/2005/8/layout/process1"/>
    <dgm:cxn modelId="{F0A54A6F-7B5F-4954-B3C4-59B4EF683955}" type="presParOf" srcId="{227D4F43-3F06-4A0E-9B38-CB77BE173393}" destId="{0D2B917C-F4CA-4190-B72B-120607230A09}" srcOrd="9" destOrd="0" presId="urn:microsoft.com/office/officeart/2005/8/layout/process1"/>
    <dgm:cxn modelId="{8DFFFFF7-518E-460D-A148-30A20161F150}" type="presParOf" srcId="{0D2B917C-F4CA-4190-B72B-120607230A09}" destId="{6B1D7906-C7E2-4290-BF78-741177E0E329}" srcOrd="0" destOrd="0" presId="urn:microsoft.com/office/officeart/2005/8/layout/process1"/>
    <dgm:cxn modelId="{1309C17B-E1A3-421E-934D-0479C085EC71}" type="presParOf" srcId="{227D4F43-3F06-4A0E-9B38-CB77BE173393}" destId="{F0203A42-C96B-41FD-9178-D9B2FD3CAB5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7C08A3-E75C-43DD-B3AE-DF4FA9900FB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18AF401-EA50-4AE9-B723-CF2904B0836F}">
      <dgm:prSet phldrT="[Text]"/>
      <dgm:spPr/>
      <dgm:t>
        <a:bodyPr/>
        <a:lstStyle/>
        <a:p>
          <a:r>
            <a:rPr lang="zh-CN" altLang="en-US" dirty="0"/>
            <a:t>收样</a:t>
          </a:r>
          <a:endParaRPr lang="en-US" dirty="0"/>
        </a:p>
      </dgm:t>
    </dgm:pt>
    <dgm:pt modelId="{935327E5-4B32-4CEB-9A99-42FEFAB23CEA}" type="parTrans" cxnId="{31854DC8-D79C-4797-A66D-2C1F64821634}">
      <dgm:prSet/>
      <dgm:spPr/>
      <dgm:t>
        <a:bodyPr/>
        <a:lstStyle/>
        <a:p>
          <a:endParaRPr lang="en-US"/>
        </a:p>
      </dgm:t>
    </dgm:pt>
    <dgm:pt modelId="{D776B0EE-3B06-4CD7-BDD9-F84A31506727}" type="sibTrans" cxnId="{31854DC8-D79C-4797-A66D-2C1F64821634}">
      <dgm:prSet/>
      <dgm:spPr/>
      <dgm:t>
        <a:bodyPr/>
        <a:lstStyle/>
        <a:p>
          <a:endParaRPr lang="en-US"/>
        </a:p>
      </dgm:t>
    </dgm:pt>
    <dgm:pt modelId="{46F5EA61-0098-4200-80FC-17ADDBACE8B2}">
      <dgm:prSet phldrT="[Text]"/>
      <dgm:spPr/>
      <dgm:t>
        <a:bodyPr/>
        <a:lstStyle/>
        <a:p>
          <a:r>
            <a:rPr lang="zh-CN" altLang="en-US" dirty="0"/>
            <a:t>核酸提取</a:t>
          </a:r>
          <a:endParaRPr lang="en-US" dirty="0"/>
        </a:p>
      </dgm:t>
    </dgm:pt>
    <dgm:pt modelId="{B8941153-5B9A-4440-8441-8FBBA2C477FA}" type="parTrans" cxnId="{5473F8A7-0A10-4585-8E3B-BC9A0F2B1937}">
      <dgm:prSet/>
      <dgm:spPr/>
      <dgm:t>
        <a:bodyPr/>
        <a:lstStyle/>
        <a:p>
          <a:endParaRPr lang="en-US"/>
        </a:p>
      </dgm:t>
    </dgm:pt>
    <dgm:pt modelId="{CE73CDFF-EA72-4FFD-B6A2-22D0A47E7593}" type="sibTrans" cxnId="{5473F8A7-0A10-4585-8E3B-BC9A0F2B1937}">
      <dgm:prSet/>
      <dgm:spPr/>
      <dgm:t>
        <a:bodyPr/>
        <a:lstStyle/>
        <a:p>
          <a:endParaRPr lang="en-US"/>
        </a:p>
      </dgm:t>
    </dgm:pt>
    <dgm:pt modelId="{F4A45905-4428-4298-9F22-BB0311BB0BA2}">
      <dgm:prSet phldrT="[Text]"/>
      <dgm:spPr/>
      <dgm:t>
        <a:bodyPr/>
        <a:lstStyle/>
        <a:p>
          <a:r>
            <a:rPr lang="zh-CN" altLang="en-US" dirty="0"/>
            <a:t>扩增</a:t>
          </a:r>
          <a:endParaRPr lang="en-US" dirty="0"/>
        </a:p>
      </dgm:t>
    </dgm:pt>
    <dgm:pt modelId="{A61F1111-41FD-4CA8-9790-06F71CF49CD0}" type="parTrans" cxnId="{94B0146C-AE8A-43E3-BC37-57A31415B568}">
      <dgm:prSet/>
      <dgm:spPr/>
      <dgm:t>
        <a:bodyPr/>
        <a:lstStyle/>
        <a:p>
          <a:endParaRPr lang="en-US"/>
        </a:p>
      </dgm:t>
    </dgm:pt>
    <dgm:pt modelId="{4D42E5C3-EBF7-4132-A074-EAEBC1B9D4CD}" type="sibTrans" cxnId="{94B0146C-AE8A-43E3-BC37-57A31415B568}">
      <dgm:prSet/>
      <dgm:spPr/>
      <dgm:t>
        <a:bodyPr/>
        <a:lstStyle/>
        <a:p>
          <a:endParaRPr lang="en-US"/>
        </a:p>
      </dgm:t>
    </dgm:pt>
    <dgm:pt modelId="{4DD26894-B7B8-42F9-A1A6-EF913FEE67DB}">
      <dgm:prSet phldrT="[Text]"/>
      <dgm:spPr/>
      <dgm:t>
        <a:bodyPr/>
        <a:lstStyle/>
        <a:p>
          <a:r>
            <a:rPr lang="zh-CN" altLang="en-US" dirty="0"/>
            <a:t>建库</a:t>
          </a:r>
          <a:endParaRPr lang="en-US" dirty="0"/>
        </a:p>
      </dgm:t>
    </dgm:pt>
    <dgm:pt modelId="{BF800722-1D45-4BF2-A849-60E096472FA1}" type="parTrans" cxnId="{E2A430D8-7043-4FF6-9457-224D25A11D2C}">
      <dgm:prSet/>
      <dgm:spPr/>
      <dgm:t>
        <a:bodyPr/>
        <a:lstStyle/>
        <a:p>
          <a:endParaRPr lang="en-US"/>
        </a:p>
      </dgm:t>
    </dgm:pt>
    <dgm:pt modelId="{15B86A59-DD18-4C4D-8E10-5880AFA8F53F}" type="sibTrans" cxnId="{E2A430D8-7043-4FF6-9457-224D25A11D2C}">
      <dgm:prSet/>
      <dgm:spPr/>
      <dgm:t>
        <a:bodyPr/>
        <a:lstStyle/>
        <a:p>
          <a:endParaRPr lang="en-US"/>
        </a:p>
      </dgm:t>
    </dgm:pt>
    <dgm:pt modelId="{2F16DB5B-0130-4A66-BCA6-375BC5E82C57}">
      <dgm:prSet phldrT="[Text]"/>
      <dgm:spPr/>
      <dgm:t>
        <a:bodyPr/>
        <a:lstStyle/>
        <a:p>
          <a:r>
            <a:rPr lang="zh-CN" altLang="en-US" dirty="0"/>
            <a:t>测序</a:t>
          </a:r>
          <a:endParaRPr lang="en-US" dirty="0"/>
        </a:p>
      </dgm:t>
    </dgm:pt>
    <dgm:pt modelId="{E1E558C7-555E-4302-82FA-2D9C0B0D396C}" type="parTrans" cxnId="{01A877E9-A63F-4EE8-A949-224EC4CFBC93}">
      <dgm:prSet/>
      <dgm:spPr/>
      <dgm:t>
        <a:bodyPr/>
        <a:lstStyle/>
        <a:p>
          <a:endParaRPr lang="en-US"/>
        </a:p>
      </dgm:t>
    </dgm:pt>
    <dgm:pt modelId="{48C9DEB9-57A7-4B92-8DF8-0575184C4E7B}" type="sibTrans" cxnId="{01A877E9-A63F-4EE8-A949-224EC4CFBC93}">
      <dgm:prSet/>
      <dgm:spPr/>
      <dgm:t>
        <a:bodyPr/>
        <a:lstStyle/>
        <a:p>
          <a:endParaRPr lang="en-US"/>
        </a:p>
      </dgm:t>
    </dgm:pt>
    <dgm:pt modelId="{C2808057-C35B-47D2-A38A-E9BA410A8F35}">
      <dgm:prSet phldrT="[Text]"/>
      <dgm:spPr/>
      <dgm:t>
        <a:bodyPr/>
        <a:lstStyle/>
        <a:p>
          <a:r>
            <a:rPr lang="zh-CN" altLang="en-US" dirty="0"/>
            <a:t>报告</a:t>
          </a:r>
          <a:endParaRPr lang="en-US" dirty="0"/>
        </a:p>
      </dgm:t>
    </dgm:pt>
    <dgm:pt modelId="{CE4D7C0F-2914-4499-86A0-F71DE498D6DB}" type="parTrans" cxnId="{776FD25A-C056-4D61-9FA4-CC78F11020FC}">
      <dgm:prSet/>
      <dgm:spPr/>
      <dgm:t>
        <a:bodyPr/>
        <a:lstStyle/>
        <a:p>
          <a:endParaRPr lang="en-US"/>
        </a:p>
      </dgm:t>
    </dgm:pt>
    <dgm:pt modelId="{E422F435-BF54-434A-9570-6CFCFD16997F}" type="sibTrans" cxnId="{776FD25A-C056-4D61-9FA4-CC78F11020FC}">
      <dgm:prSet/>
      <dgm:spPr/>
      <dgm:t>
        <a:bodyPr/>
        <a:lstStyle/>
        <a:p>
          <a:endParaRPr lang="en-US"/>
        </a:p>
      </dgm:t>
    </dgm:pt>
    <dgm:pt modelId="{227D4F43-3F06-4A0E-9B38-CB77BE173393}" type="pres">
      <dgm:prSet presAssocID="{037C08A3-E75C-43DD-B3AE-DF4FA9900FB8}" presName="Name0" presStyleCnt="0">
        <dgm:presLayoutVars>
          <dgm:dir/>
          <dgm:resizeHandles val="exact"/>
        </dgm:presLayoutVars>
      </dgm:prSet>
      <dgm:spPr/>
    </dgm:pt>
    <dgm:pt modelId="{3BDD31D5-1233-42E8-9A28-228717A358A2}" type="pres">
      <dgm:prSet presAssocID="{718AF401-EA50-4AE9-B723-CF2904B0836F}" presName="node" presStyleLbl="node1" presStyleIdx="0" presStyleCnt="6">
        <dgm:presLayoutVars>
          <dgm:bulletEnabled val="1"/>
        </dgm:presLayoutVars>
      </dgm:prSet>
      <dgm:spPr/>
    </dgm:pt>
    <dgm:pt modelId="{265004C8-0662-45D2-8E9B-9FCF457CCE00}" type="pres">
      <dgm:prSet presAssocID="{D776B0EE-3B06-4CD7-BDD9-F84A31506727}" presName="sibTrans" presStyleLbl="sibTrans2D1" presStyleIdx="0" presStyleCnt="5"/>
      <dgm:spPr/>
    </dgm:pt>
    <dgm:pt modelId="{6D882137-62F8-4578-A495-BFD80316DA2C}" type="pres">
      <dgm:prSet presAssocID="{D776B0EE-3B06-4CD7-BDD9-F84A31506727}" presName="connectorText" presStyleLbl="sibTrans2D1" presStyleIdx="0" presStyleCnt="5"/>
      <dgm:spPr/>
    </dgm:pt>
    <dgm:pt modelId="{741E2BBD-7A34-4DFF-B902-60596E7A3B1C}" type="pres">
      <dgm:prSet presAssocID="{46F5EA61-0098-4200-80FC-17ADDBACE8B2}" presName="node" presStyleLbl="node1" presStyleIdx="1" presStyleCnt="6">
        <dgm:presLayoutVars>
          <dgm:bulletEnabled val="1"/>
        </dgm:presLayoutVars>
      </dgm:prSet>
      <dgm:spPr/>
    </dgm:pt>
    <dgm:pt modelId="{166C6BF4-A0CC-4DAC-B224-B3999C9E0CD6}" type="pres">
      <dgm:prSet presAssocID="{CE73CDFF-EA72-4FFD-B6A2-22D0A47E7593}" presName="sibTrans" presStyleLbl="sibTrans2D1" presStyleIdx="1" presStyleCnt="5"/>
      <dgm:spPr/>
    </dgm:pt>
    <dgm:pt modelId="{60F7ABF4-AA9B-4019-84BB-AE2F3B52BA0F}" type="pres">
      <dgm:prSet presAssocID="{CE73CDFF-EA72-4FFD-B6A2-22D0A47E7593}" presName="connectorText" presStyleLbl="sibTrans2D1" presStyleIdx="1" presStyleCnt="5"/>
      <dgm:spPr/>
    </dgm:pt>
    <dgm:pt modelId="{00AD5CE7-0E6D-437A-8D75-821031B3E936}" type="pres">
      <dgm:prSet presAssocID="{F4A45905-4428-4298-9F22-BB0311BB0BA2}" presName="node" presStyleLbl="node1" presStyleIdx="2" presStyleCnt="6">
        <dgm:presLayoutVars>
          <dgm:bulletEnabled val="1"/>
        </dgm:presLayoutVars>
      </dgm:prSet>
      <dgm:spPr/>
    </dgm:pt>
    <dgm:pt modelId="{179D179B-B0F4-4DFC-B05F-8ABF3A19DBAC}" type="pres">
      <dgm:prSet presAssocID="{4D42E5C3-EBF7-4132-A074-EAEBC1B9D4CD}" presName="sibTrans" presStyleLbl="sibTrans2D1" presStyleIdx="2" presStyleCnt="5"/>
      <dgm:spPr/>
    </dgm:pt>
    <dgm:pt modelId="{68550A84-CFDF-4137-A343-B6BF0472EC12}" type="pres">
      <dgm:prSet presAssocID="{4D42E5C3-EBF7-4132-A074-EAEBC1B9D4CD}" presName="connectorText" presStyleLbl="sibTrans2D1" presStyleIdx="2" presStyleCnt="5"/>
      <dgm:spPr/>
    </dgm:pt>
    <dgm:pt modelId="{A37084A3-808A-4CC0-A45F-C08F19F43A6A}" type="pres">
      <dgm:prSet presAssocID="{4DD26894-B7B8-42F9-A1A6-EF913FEE67DB}" presName="node" presStyleLbl="node1" presStyleIdx="3" presStyleCnt="6">
        <dgm:presLayoutVars>
          <dgm:bulletEnabled val="1"/>
        </dgm:presLayoutVars>
      </dgm:prSet>
      <dgm:spPr/>
    </dgm:pt>
    <dgm:pt modelId="{E46D893E-E50A-4311-911D-356AC810AFBD}" type="pres">
      <dgm:prSet presAssocID="{15B86A59-DD18-4C4D-8E10-5880AFA8F53F}" presName="sibTrans" presStyleLbl="sibTrans2D1" presStyleIdx="3" presStyleCnt="5"/>
      <dgm:spPr/>
    </dgm:pt>
    <dgm:pt modelId="{06E7B2A2-A410-4714-83F9-D9B20C568CEF}" type="pres">
      <dgm:prSet presAssocID="{15B86A59-DD18-4C4D-8E10-5880AFA8F53F}" presName="connectorText" presStyleLbl="sibTrans2D1" presStyleIdx="3" presStyleCnt="5"/>
      <dgm:spPr/>
    </dgm:pt>
    <dgm:pt modelId="{32B1B15D-3D33-44A7-BC99-69DAD0C741F6}" type="pres">
      <dgm:prSet presAssocID="{2F16DB5B-0130-4A66-BCA6-375BC5E82C57}" presName="node" presStyleLbl="node1" presStyleIdx="4" presStyleCnt="6">
        <dgm:presLayoutVars>
          <dgm:bulletEnabled val="1"/>
        </dgm:presLayoutVars>
      </dgm:prSet>
      <dgm:spPr/>
    </dgm:pt>
    <dgm:pt modelId="{0D2B917C-F4CA-4190-B72B-120607230A09}" type="pres">
      <dgm:prSet presAssocID="{48C9DEB9-57A7-4B92-8DF8-0575184C4E7B}" presName="sibTrans" presStyleLbl="sibTrans2D1" presStyleIdx="4" presStyleCnt="5"/>
      <dgm:spPr/>
    </dgm:pt>
    <dgm:pt modelId="{6B1D7906-C7E2-4290-BF78-741177E0E329}" type="pres">
      <dgm:prSet presAssocID="{48C9DEB9-57A7-4B92-8DF8-0575184C4E7B}" presName="connectorText" presStyleLbl="sibTrans2D1" presStyleIdx="4" presStyleCnt="5"/>
      <dgm:spPr/>
    </dgm:pt>
    <dgm:pt modelId="{F0203A42-C96B-41FD-9178-D9B2FD3CAB55}" type="pres">
      <dgm:prSet presAssocID="{C2808057-C35B-47D2-A38A-E9BA410A8F35}" presName="node" presStyleLbl="node1" presStyleIdx="5" presStyleCnt="6">
        <dgm:presLayoutVars>
          <dgm:bulletEnabled val="1"/>
        </dgm:presLayoutVars>
      </dgm:prSet>
      <dgm:spPr/>
    </dgm:pt>
  </dgm:ptLst>
  <dgm:cxnLst>
    <dgm:cxn modelId="{9FFB5611-CCCE-4EE1-A025-9C4F462FCB5F}" type="presOf" srcId="{037C08A3-E75C-43DD-B3AE-DF4FA9900FB8}" destId="{227D4F43-3F06-4A0E-9B38-CB77BE173393}" srcOrd="0" destOrd="0" presId="urn:microsoft.com/office/officeart/2005/8/layout/process1"/>
    <dgm:cxn modelId="{9B1BFF15-74D0-4CF2-88A1-9DB325E5BBA0}" type="presOf" srcId="{C2808057-C35B-47D2-A38A-E9BA410A8F35}" destId="{F0203A42-C96B-41FD-9178-D9B2FD3CAB55}" srcOrd="0" destOrd="0" presId="urn:microsoft.com/office/officeart/2005/8/layout/process1"/>
    <dgm:cxn modelId="{DAC8672E-9AAE-45EC-8EFB-14918AB6DE43}" type="presOf" srcId="{D776B0EE-3B06-4CD7-BDD9-F84A31506727}" destId="{6D882137-62F8-4578-A495-BFD80316DA2C}" srcOrd="1" destOrd="0" presId="urn:microsoft.com/office/officeart/2005/8/layout/process1"/>
    <dgm:cxn modelId="{C9C01B45-30B9-44D7-ACFF-A92E5DBF690C}" type="presOf" srcId="{718AF401-EA50-4AE9-B723-CF2904B0836F}" destId="{3BDD31D5-1233-42E8-9A28-228717A358A2}" srcOrd="0" destOrd="0" presId="urn:microsoft.com/office/officeart/2005/8/layout/process1"/>
    <dgm:cxn modelId="{4140C766-2BE6-4646-9F30-694071944D02}" type="presOf" srcId="{48C9DEB9-57A7-4B92-8DF8-0575184C4E7B}" destId="{0D2B917C-F4CA-4190-B72B-120607230A09}" srcOrd="0" destOrd="0" presId="urn:microsoft.com/office/officeart/2005/8/layout/process1"/>
    <dgm:cxn modelId="{94B0146C-AE8A-43E3-BC37-57A31415B568}" srcId="{037C08A3-E75C-43DD-B3AE-DF4FA9900FB8}" destId="{F4A45905-4428-4298-9F22-BB0311BB0BA2}" srcOrd="2" destOrd="0" parTransId="{A61F1111-41FD-4CA8-9790-06F71CF49CD0}" sibTransId="{4D42E5C3-EBF7-4132-A074-EAEBC1B9D4CD}"/>
    <dgm:cxn modelId="{5F460F57-6102-4319-9DE9-268CDB10B0F1}" type="presOf" srcId="{15B86A59-DD18-4C4D-8E10-5880AFA8F53F}" destId="{E46D893E-E50A-4311-911D-356AC810AFBD}" srcOrd="0" destOrd="0" presId="urn:microsoft.com/office/officeart/2005/8/layout/process1"/>
    <dgm:cxn modelId="{ED93FF78-C56A-4C2B-84C9-134E12F86149}" type="presOf" srcId="{D776B0EE-3B06-4CD7-BDD9-F84A31506727}" destId="{265004C8-0662-45D2-8E9B-9FCF457CCE00}" srcOrd="0" destOrd="0" presId="urn:microsoft.com/office/officeart/2005/8/layout/process1"/>
    <dgm:cxn modelId="{776FD25A-C056-4D61-9FA4-CC78F11020FC}" srcId="{037C08A3-E75C-43DD-B3AE-DF4FA9900FB8}" destId="{C2808057-C35B-47D2-A38A-E9BA410A8F35}" srcOrd="5" destOrd="0" parTransId="{CE4D7C0F-2914-4499-86A0-F71DE498D6DB}" sibTransId="{E422F435-BF54-434A-9570-6CFCFD16997F}"/>
    <dgm:cxn modelId="{B285A27E-3514-40F6-AA49-2F5CECF1E410}" type="presOf" srcId="{4DD26894-B7B8-42F9-A1A6-EF913FEE67DB}" destId="{A37084A3-808A-4CC0-A45F-C08F19F43A6A}" srcOrd="0" destOrd="0" presId="urn:microsoft.com/office/officeart/2005/8/layout/process1"/>
    <dgm:cxn modelId="{0C5F7C86-3803-4723-80E6-C3765CBAB440}" type="presOf" srcId="{2F16DB5B-0130-4A66-BCA6-375BC5E82C57}" destId="{32B1B15D-3D33-44A7-BC99-69DAD0C741F6}" srcOrd="0" destOrd="0" presId="urn:microsoft.com/office/officeart/2005/8/layout/process1"/>
    <dgm:cxn modelId="{2227678B-3CDE-4EC4-9C20-049430F016C0}" type="presOf" srcId="{CE73CDFF-EA72-4FFD-B6A2-22D0A47E7593}" destId="{60F7ABF4-AA9B-4019-84BB-AE2F3B52BA0F}" srcOrd="1" destOrd="0" presId="urn:microsoft.com/office/officeart/2005/8/layout/process1"/>
    <dgm:cxn modelId="{F910998D-270B-4554-AA7F-89C65421E768}" type="presOf" srcId="{15B86A59-DD18-4C4D-8E10-5880AFA8F53F}" destId="{06E7B2A2-A410-4714-83F9-D9B20C568CEF}" srcOrd="1" destOrd="0" presId="urn:microsoft.com/office/officeart/2005/8/layout/process1"/>
    <dgm:cxn modelId="{5473F8A7-0A10-4585-8E3B-BC9A0F2B1937}" srcId="{037C08A3-E75C-43DD-B3AE-DF4FA9900FB8}" destId="{46F5EA61-0098-4200-80FC-17ADDBACE8B2}" srcOrd="1" destOrd="0" parTransId="{B8941153-5B9A-4440-8441-8FBBA2C477FA}" sibTransId="{CE73CDFF-EA72-4FFD-B6A2-22D0A47E7593}"/>
    <dgm:cxn modelId="{619632BA-F407-4189-9E97-9ED767E41019}" type="presOf" srcId="{CE73CDFF-EA72-4FFD-B6A2-22D0A47E7593}" destId="{166C6BF4-A0CC-4DAC-B224-B3999C9E0CD6}" srcOrd="0" destOrd="0" presId="urn:microsoft.com/office/officeart/2005/8/layout/process1"/>
    <dgm:cxn modelId="{4943DDC0-28A1-4E80-959E-3D6E346484BF}" type="presOf" srcId="{F4A45905-4428-4298-9F22-BB0311BB0BA2}" destId="{00AD5CE7-0E6D-437A-8D75-821031B3E936}" srcOrd="0" destOrd="0" presId="urn:microsoft.com/office/officeart/2005/8/layout/process1"/>
    <dgm:cxn modelId="{83329BC7-2926-4ABF-9FF1-09ECF0F21F64}" type="presOf" srcId="{4D42E5C3-EBF7-4132-A074-EAEBC1B9D4CD}" destId="{179D179B-B0F4-4DFC-B05F-8ABF3A19DBAC}" srcOrd="0" destOrd="0" presId="urn:microsoft.com/office/officeart/2005/8/layout/process1"/>
    <dgm:cxn modelId="{31854DC8-D79C-4797-A66D-2C1F64821634}" srcId="{037C08A3-E75C-43DD-B3AE-DF4FA9900FB8}" destId="{718AF401-EA50-4AE9-B723-CF2904B0836F}" srcOrd="0" destOrd="0" parTransId="{935327E5-4B32-4CEB-9A99-42FEFAB23CEA}" sibTransId="{D776B0EE-3B06-4CD7-BDD9-F84A31506727}"/>
    <dgm:cxn modelId="{73414DCD-03F6-40DC-A718-E9C160E25950}" type="presOf" srcId="{48C9DEB9-57A7-4B92-8DF8-0575184C4E7B}" destId="{6B1D7906-C7E2-4290-BF78-741177E0E329}" srcOrd="1" destOrd="0" presId="urn:microsoft.com/office/officeart/2005/8/layout/process1"/>
    <dgm:cxn modelId="{6A124DD4-BDCF-49D2-A69F-AF3AE31FA215}" type="presOf" srcId="{4D42E5C3-EBF7-4132-A074-EAEBC1B9D4CD}" destId="{68550A84-CFDF-4137-A343-B6BF0472EC12}" srcOrd="1" destOrd="0" presId="urn:microsoft.com/office/officeart/2005/8/layout/process1"/>
    <dgm:cxn modelId="{E2A430D8-7043-4FF6-9457-224D25A11D2C}" srcId="{037C08A3-E75C-43DD-B3AE-DF4FA9900FB8}" destId="{4DD26894-B7B8-42F9-A1A6-EF913FEE67DB}" srcOrd="3" destOrd="0" parTransId="{BF800722-1D45-4BF2-A849-60E096472FA1}" sibTransId="{15B86A59-DD18-4C4D-8E10-5880AFA8F53F}"/>
    <dgm:cxn modelId="{01A877E9-A63F-4EE8-A949-224EC4CFBC93}" srcId="{037C08A3-E75C-43DD-B3AE-DF4FA9900FB8}" destId="{2F16DB5B-0130-4A66-BCA6-375BC5E82C57}" srcOrd="4" destOrd="0" parTransId="{E1E558C7-555E-4302-82FA-2D9C0B0D396C}" sibTransId="{48C9DEB9-57A7-4B92-8DF8-0575184C4E7B}"/>
    <dgm:cxn modelId="{DF9BB3F6-962E-49F7-8019-E462D9309313}" type="presOf" srcId="{46F5EA61-0098-4200-80FC-17ADDBACE8B2}" destId="{741E2BBD-7A34-4DFF-B902-60596E7A3B1C}" srcOrd="0" destOrd="0" presId="urn:microsoft.com/office/officeart/2005/8/layout/process1"/>
    <dgm:cxn modelId="{D552E67A-BE32-441E-903E-5C2509D25205}" type="presParOf" srcId="{227D4F43-3F06-4A0E-9B38-CB77BE173393}" destId="{3BDD31D5-1233-42E8-9A28-228717A358A2}" srcOrd="0" destOrd="0" presId="urn:microsoft.com/office/officeart/2005/8/layout/process1"/>
    <dgm:cxn modelId="{A924DC1F-7005-4035-9BEC-764A398A6819}" type="presParOf" srcId="{227D4F43-3F06-4A0E-9B38-CB77BE173393}" destId="{265004C8-0662-45D2-8E9B-9FCF457CCE00}" srcOrd="1" destOrd="0" presId="urn:microsoft.com/office/officeart/2005/8/layout/process1"/>
    <dgm:cxn modelId="{C0BFD32F-1BC7-4B8B-AD2E-A24C10A8E347}" type="presParOf" srcId="{265004C8-0662-45D2-8E9B-9FCF457CCE00}" destId="{6D882137-62F8-4578-A495-BFD80316DA2C}" srcOrd="0" destOrd="0" presId="urn:microsoft.com/office/officeart/2005/8/layout/process1"/>
    <dgm:cxn modelId="{D5ADF1C3-C732-42A6-AE60-80A0BCE6B7CF}" type="presParOf" srcId="{227D4F43-3F06-4A0E-9B38-CB77BE173393}" destId="{741E2BBD-7A34-4DFF-B902-60596E7A3B1C}" srcOrd="2" destOrd="0" presId="urn:microsoft.com/office/officeart/2005/8/layout/process1"/>
    <dgm:cxn modelId="{32D85AE9-D711-4566-AE3E-2CCD187C0042}" type="presParOf" srcId="{227D4F43-3F06-4A0E-9B38-CB77BE173393}" destId="{166C6BF4-A0CC-4DAC-B224-B3999C9E0CD6}" srcOrd="3" destOrd="0" presId="urn:microsoft.com/office/officeart/2005/8/layout/process1"/>
    <dgm:cxn modelId="{F0E78FF5-9655-4FBE-B7D3-79A402BB63D9}" type="presParOf" srcId="{166C6BF4-A0CC-4DAC-B224-B3999C9E0CD6}" destId="{60F7ABF4-AA9B-4019-84BB-AE2F3B52BA0F}" srcOrd="0" destOrd="0" presId="urn:microsoft.com/office/officeart/2005/8/layout/process1"/>
    <dgm:cxn modelId="{C04B4C93-FBA5-40EC-BA14-FB887E0E0570}" type="presParOf" srcId="{227D4F43-3F06-4A0E-9B38-CB77BE173393}" destId="{00AD5CE7-0E6D-437A-8D75-821031B3E936}" srcOrd="4" destOrd="0" presId="urn:microsoft.com/office/officeart/2005/8/layout/process1"/>
    <dgm:cxn modelId="{85A7260C-2D1D-4E5E-ACA8-A6E05CF58A6D}" type="presParOf" srcId="{227D4F43-3F06-4A0E-9B38-CB77BE173393}" destId="{179D179B-B0F4-4DFC-B05F-8ABF3A19DBAC}" srcOrd="5" destOrd="0" presId="urn:microsoft.com/office/officeart/2005/8/layout/process1"/>
    <dgm:cxn modelId="{2E7E7E02-0173-4755-BA87-28781653A51C}" type="presParOf" srcId="{179D179B-B0F4-4DFC-B05F-8ABF3A19DBAC}" destId="{68550A84-CFDF-4137-A343-B6BF0472EC12}" srcOrd="0" destOrd="0" presId="urn:microsoft.com/office/officeart/2005/8/layout/process1"/>
    <dgm:cxn modelId="{4EC07CD3-3741-473D-A5F8-C9CBAE35D82E}" type="presParOf" srcId="{227D4F43-3F06-4A0E-9B38-CB77BE173393}" destId="{A37084A3-808A-4CC0-A45F-C08F19F43A6A}" srcOrd="6" destOrd="0" presId="urn:microsoft.com/office/officeart/2005/8/layout/process1"/>
    <dgm:cxn modelId="{91907C76-6B3E-49B5-AA6D-CFA15938CA8D}" type="presParOf" srcId="{227D4F43-3F06-4A0E-9B38-CB77BE173393}" destId="{E46D893E-E50A-4311-911D-356AC810AFBD}" srcOrd="7" destOrd="0" presId="urn:microsoft.com/office/officeart/2005/8/layout/process1"/>
    <dgm:cxn modelId="{1F6D11F3-D551-4B9F-89B6-14AF087000CD}" type="presParOf" srcId="{E46D893E-E50A-4311-911D-356AC810AFBD}" destId="{06E7B2A2-A410-4714-83F9-D9B20C568CEF}" srcOrd="0" destOrd="0" presId="urn:microsoft.com/office/officeart/2005/8/layout/process1"/>
    <dgm:cxn modelId="{76B24B20-44E2-4922-8B30-C62396CCD4A8}" type="presParOf" srcId="{227D4F43-3F06-4A0E-9B38-CB77BE173393}" destId="{32B1B15D-3D33-44A7-BC99-69DAD0C741F6}" srcOrd="8" destOrd="0" presId="urn:microsoft.com/office/officeart/2005/8/layout/process1"/>
    <dgm:cxn modelId="{7F86A661-28EF-4D9C-ABE8-DABE4422AF2A}" type="presParOf" srcId="{227D4F43-3F06-4A0E-9B38-CB77BE173393}" destId="{0D2B917C-F4CA-4190-B72B-120607230A09}" srcOrd="9" destOrd="0" presId="urn:microsoft.com/office/officeart/2005/8/layout/process1"/>
    <dgm:cxn modelId="{CA5BCE6B-B4E6-4F91-BB42-A14A6C0FA51B}" type="presParOf" srcId="{0D2B917C-F4CA-4190-B72B-120607230A09}" destId="{6B1D7906-C7E2-4290-BF78-741177E0E329}" srcOrd="0" destOrd="0" presId="urn:microsoft.com/office/officeart/2005/8/layout/process1"/>
    <dgm:cxn modelId="{1B0A0751-7577-4590-98C9-33B4855BBB7D}" type="presParOf" srcId="{227D4F43-3F06-4A0E-9B38-CB77BE173393}" destId="{F0203A42-C96B-41FD-9178-D9B2FD3CAB5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7C08A3-E75C-43DD-B3AE-DF4FA9900FB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18AF401-EA50-4AE9-B723-CF2904B0836F}">
      <dgm:prSet phldrT="[Text]"/>
      <dgm:spPr/>
      <dgm:t>
        <a:bodyPr/>
        <a:lstStyle/>
        <a:p>
          <a:r>
            <a:rPr lang="zh-CN" altLang="en-US" dirty="0"/>
            <a:t>收样</a:t>
          </a:r>
          <a:endParaRPr lang="en-US" dirty="0"/>
        </a:p>
      </dgm:t>
    </dgm:pt>
    <dgm:pt modelId="{935327E5-4B32-4CEB-9A99-42FEFAB23CEA}" type="parTrans" cxnId="{31854DC8-D79C-4797-A66D-2C1F64821634}">
      <dgm:prSet/>
      <dgm:spPr/>
      <dgm:t>
        <a:bodyPr/>
        <a:lstStyle/>
        <a:p>
          <a:endParaRPr lang="en-US"/>
        </a:p>
      </dgm:t>
    </dgm:pt>
    <dgm:pt modelId="{D776B0EE-3B06-4CD7-BDD9-F84A31506727}" type="sibTrans" cxnId="{31854DC8-D79C-4797-A66D-2C1F64821634}">
      <dgm:prSet/>
      <dgm:spPr/>
      <dgm:t>
        <a:bodyPr/>
        <a:lstStyle/>
        <a:p>
          <a:endParaRPr lang="en-US"/>
        </a:p>
      </dgm:t>
    </dgm:pt>
    <dgm:pt modelId="{46F5EA61-0098-4200-80FC-17ADDBACE8B2}">
      <dgm:prSet phldrT="[Text]"/>
      <dgm:spPr/>
      <dgm:t>
        <a:bodyPr/>
        <a:lstStyle/>
        <a:p>
          <a:r>
            <a:rPr lang="zh-CN" altLang="en-US" dirty="0"/>
            <a:t>核酸提取</a:t>
          </a:r>
          <a:endParaRPr lang="en-US" dirty="0"/>
        </a:p>
      </dgm:t>
    </dgm:pt>
    <dgm:pt modelId="{B8941153-5B9A-4440-8441-8FBBA2C477FA}" type="parTrans" cxnId="{5473F8A7-0A10-4585-8E3B-BC9A0F2B1937}">
      <dgm:prSet/>
      <dgm:spPr/>
      <dgm:t>
        <a:bodyPr/>
        <a:lstStyle/>
        <a:p>
          <a:endParaRPr lang="en-US"/>
        </a:p>
      </dgm:t>
    </dgm:pt>
    <dgm:pt modelId="{CE73CDFF-EA72-4FFD-B6A2-22D0A47E7593}" type="sibTrans" cxnId="{5473F8A7-0A10-4585-8E3B-BC9A0F2B1937}">
      <dgm:prSet/>
      <dgm:spPr/>
      <dgm:t>
        <a:bodyPr/>
        <a:lstStyle/>
        <a:p>
          <a:endParaRPr lang="en-US"/>
        </a:p>
      </dgm:t>
    </dgm:pt>
    <dgm:pt modelId="{F4A45905-4428-4298-9F22-BB0311BB0BA2}">
      <dgm:prSet phldrT="[Text]"/>
      <dgm:spPr/>
      <dgm:t>
        <a:bodyPr/>
        <a:lstStyle/>
        <a:p>
          <a:r>
            <a:rPr lang="zh-CN" altLang="en-US" dirty="0"/>
            <a:t>扩增</a:t>
          </a:r>
          <a:endParaRPr lang="en-US" dirty="0"/>
        </a:p>
      </dgm:t>
    </dgm:pt>
    <dgm:pt modelId="{A61F1111-41FD-4CA8-9790-06F71CF49CD0}" type="parTrans" cxnId="{94B0146C-AE8A-43E3-BC37-57A31415B568}">
      <dgm:prSet/>
      <dgm:spPr/>
      <dgm:t>
        <a:bodyPr/>
        <a:lstStyle/>
        <a:p>
          <a:endParaRPr lang="en-US"/>
        </a:p>
      </dgm:t>
    </dgm:pt>
    <dgm:pt modelId="{4D42E5C3-EBF7-4132-A074-EAEBC1B9D4CD}" type="sibTrans" cxnId="{94B0146C-AE8A-43E3-BC37-57A31415B568}">
      <dgm:prSet/>
      <dgm:spPr/>
      <dgm:t>
        <a:bodyPr/>
        <a:lstStyle/>
        <a:p>
          <a:endParaRPr lang="en-US"/>
        </a:p>
      </dgm:t>
    </dgm:pt>
    <dgm:pt modelId="{4DD26894-B7B8-42F9-A1A6-EF913FEE67DB}">
      <dgm:prSet phldrT="[Text]"/>
      <dgm:spPr/>
      <dgm:t>
        <a:bodyPr/>
        <a:lstStyle/>
        <a:p>
          <a:r>
            <a:rPr lang="zh-CN" altLang="en-US" dirty="0"/>
            <a:t>建库</a:t>
          </a:r>
          <a:endParaRPr lang="en-US" dirty="0"/>
        </a:p>
      </dgm:t>
    </dgm:pt>
    <dgm:pt modelId="{BF800722-1D45-4BF2-A849-60E096472FA1}" type="parTrans" cxnId="{E2A430D8-7043-4FF6-9457-224D25A11D2C}">
      <dgm:prSet/>
      <dgm:spPr/>
      <dgm:t>
        <a:bodyPr/>
        <a:lstStyle/>
        <a:p>
          <a:endParaRPr lang="en-US"/>
        </a:p>
      </dgm:t>
    </dgm:pt>
    <dgm:pt modelId="{15B86A59-DD18-4C4D-8E10-5880AFA8F53F}" type="sibTrans" cxnId="{E2A430D8-7043-4FF6-9457-224D25A11D2C}">
      <dgm:prSet/>
      <dgm:spPr/>
      <dgm:t>
        <a:bodyPr/>
        <a:lstStyle/>
        <a:p>
          <a:endParaRPr lang="en-US"/>
        </a:p>
      </dgm:t>
    </dgm:pt>
    <dgm:pt modelId="{2F16DB5B-0130-4A66-BCA6-375BC5E82C57}">
      <dgm:prSet phldrT="[Text]"/>
      <dgm:spPr/>
      <dgm:t>
        <a:bodyPr/>
        <a:lstStyle/>
        <a:p>
          <a:r>
            <a:rPr lang="zh-CN" altLang="en-US" dirty="0"/>
            <a:t>测序</a:t>
          </a:r>
          <a:endParaRPr lang="en-US" dirty="0"/>
        </a:p>
      </dgm:t>
    </dgm:pt>
    <dgm:pt modelId="{E1E558C7-555E-4302-82FA-2D9C0B0D396C}" type="parTrans" cxnId="{01A877E9-A63F-4EE8-A949-224EC4CFBC93}">
      <dgm:prSet/>
      <dgm:spPr/>
      <dgm:t>
        <a:bodyPr/>
        <a:lstStyle/>
        <a:p>
          <a:endParaRPr lang="en-US"/>
        </a:p>
      </dgm:t>
    </dgm:pt>
    <dgm:pt modelId="{48C9DEB9-57A7-4B92-8DF8-0575184C4E7B}" type="sibTrans" cxnId="{01A877E9-A63F-4EE8-A949-224EC4CFBC93}">
      <dgm:prSet/>
      <dgm:spPr/>
      <dgm:t>
        <a:bodyPr/>
        <a:lstStyle/>
        <a:p>
          <a:endParaRPr lang="en-US"/>
        </a:p>
      </dgm:t>
    </dgm:pt>
    <dgm:pt modelId="{C2808057-C35B-47D2-A38A-E9BA410A8F35}">
      <dgm:prSet phldrT="[Text]"/>
      <dgm:spPr/>
      <dgm:t>
        <a:bodyPr/>
        <a:lstStyle/>
        <a:p>
          <a:r>
            <a:rPr lang="zh-CN" altLang="en-US" dirty="0"/>
            <a:t>报告</a:t>
          </a:r>
          <a:endParaRPr lang="en-US" dirty="0"/>
        </a:p>
      </dgm:t>
    </dgm:pt>
    <dgm:pt modelId="{CE4D7C0F-2914-4499-86A0-F71DE498D6DB}" type="parTrans" cxnId="{776FD25A-C056-4D61-9FA4-CC78F11020FC}">
      <dgm:prSet/>
      <dgm:spPr/>
      <dgm:t>
        <a:bodyPr/>
        <a:lstStyle/>
        <a:p>
          <a:endParaRPr lang="en-US"/>
        </a:p>
      </dgm:t>
    </dgm:pt>
    <dgm:pt modelId="{E422F435-BF54-434A-9570-6CFCFD16997F}" type="sibTrans" cxnId="{776FD25A-C056-4D61-9FA4-CC78F11020FC}">
      <dgm:prSet/>
      <dgm:spPr/>
      <dgm:t>
        <a:bodyPr/>
        <a:lstStyle/>
        <a:p>
          <a:endParaRPr lang="en-US"/>
        </a:p>
      </dgm:t>
    </dgm:pt>
    <dgm:pt modelId="{227D4F43-3F06-4A0E-9B38-CB77BE173393}" type="pres">
      <dgm:prSet presAssocID="{037C08A3-E75C-43DD-B3AE-DF4FA9900FB8}" presName="Name0" presStyleCnt="0">
        <dgm:presLayoutVars>
          <dgm:dir/>
          <dgm:resizeHandles val="exact"/>
        </dgm:presLayoutVars>
      </dgm:prSet>
      <dgm:spPr/>
    </dgm:pt>
    <dgm:pt modelId="{3BDD31D5-1233-42E8-9A28-228717A358A2}" type="pres">
      <dgm:prSet presAssocID="{718AF401-EA50-4AE9-B723-CF2904B0836F}" presName="node" presStyleLbl="node1" presStyleIdx="0" presStyleCnt="6">
        <dgm:presLayoutVars>
          <dgm:bulletEnabled val="1"/>
        </dgm:presLayoutVars>
      </dgm:prSet>
      <dgm:spPr/>
    </dgm:pt>
    <dgm:pt modelId="{265004C8-0662-45D2-8E9B-9FCF457CCE00}" type="pres">
      <dgm:prSet presAssocID="{D776B0EE-3B06-4CD7-BDD9-F84A31506727}" presName="sibTrans" presStyleLbl="sibTrans2D1" presStyleIdx="0" presStyleCnt="5"/>
      <dgm:spPr/>
    </dgm:pt>
    <dgm:pt modelId="{6D882137-62F8-4578-A495-BFD80316DA2C}" type="pres">
      <dgm:prSet presAssocID="{D776B0EE-3B06-4CD7-BDD9-F84A31506727}" presName="connectorText" presStyleLbl="sibTrans2D1" presStyleIdx="0" presStyleCnt="5"/>
      <dgm:spPr/>
    </dgm:pt>
    <dgm:pt modelId="{741E2BBD-7A34-4DFF-B902-60596E7A3B1C}" type="pres">
      <dgm:prSet presAssocID="{46F5EA61-0098-4200-80FC-17ADDBACE8B2}" presName="node" presStyleLbl="node1" presStyleIdx="1" presStyleCnt="6">
        <dgm:presLayoutVars>
          <dgm:bulletEnabled val="1"/>
        </dgm:presLayoutVars>
      </dgm:prSet>
      <dgm:spPr/>
    </dgm:pt>
    <dgm:pt modelId="{166C6BF4-A0CC-4DAC-B224-B3999C9E0CD6}" type="pres">
      <dgm:prSet presAssocID="{CE73CDFF-EA72-4FFD-B6A2-22D0A47E7593}" presName="sibTrans" presStyleLbl="sibTrans2D1" presStyleIdx="1" presStyleCnt="5"/>
      <dgm:spPr/>
    </dgm:pt>
    <dgm:pt modelId="{60F7ABF4-AA9B-4019-84BB-AE2F3B52BA0F}" type="pres">
      <dgm:prSet presAssocID="{CE73CDFF-EA72-4FFD-B6A2-22D0A47E7593}" presName="connectorText" presStyleLbl="sibTrans2D1" presStyleIdx="1" presStyleCnt="5"/>
      <dgm:spPr/>
    </dgm:pt>
    <dgm:pt modelId="{00AD5CE7-0E6D-437A-8D75-821031B3E936}" type="pres">
      <dgm:prSet presAssocID="{F4A45905-4428-4298-9F22-BB0311BB0BA2}" presName="node" presStyleLbl="node1" presStyleIdx="2" presStyleCnt="6">
        <dgm:presLayoutVars>
          <dgm:bulletEnabled val="1"/>
        </dgm:presLayoutVars>
      </dgm:prSet>
      <dgm:spPr/>
    </dgm:pt>
    <dgm:pt modelId="{179D179B-B0F4-4DFC-B05F-8ABF3A19DBAC}" type="pres">
      <dgm:prSet presAssocID="{4D42E5C3-EBF7-4132-A074-EAEBC1B9D4CD}" presName="sibTrans" presStyleLbl="sibTrans2D1" presStyleIdx="2" presStyleCnt="5"/>
      <dgm:spPr/>
    </dgm:pt>
    <dgm:pt modelId="{68550A84-CFDF-4137-A343-B6BF0472EC12}" type="pres">
      <dgm:prSet presAssocID="{4D42E5C3-EBF7-4132-A074-EAEBC1B9D4CD}" presName="connectorText" presStyleLbl="sibTrans2D1" presStyleIdx="2" presStyleCnt="5"/>
      <dgm:spPr/>
    </dgm:pt>
    <dgm:pt modelId="{A37084A3-808A-4CC0-A45F-C08F19F43A6A}" type="pres">
      <dgm:prSet presAssocID="{4DD26894-B7B8-42F9-A1A6-EF913FEE67DB}" presName="node" presStyleLbl="node1" presStyleIdx="3" presStyleCnt="6">
        <dgm:presLayoutVars>
          <dgm:bulletEnabled val="1"/>
        </dgm:presLayoutVars>
      </dgm:prSet>
      <dgm:spPr/>
    </dgm:pt>
    <dgm:pt modelId="{E46D893E-E50A-4311-911D-356AC810AFBD}" type="pres">
      <dgm:prSet presAssocID="{15B86A59-DD18-4C4D-8E10-5880AFA8F53F}" presName="sibTrans" presStyleLbl="sibTrans2D1" presStyleIdx="3" presStyleCnt="5"/>
      <dgm:spPr/>
    </dgm:pt>
    <dgm:pt modelId="{06E7B2A2-A410-4714-83F9-D9B20C568CEF}" type="pres">
      <dgm:prSet presAssocID="{15B86A59-DD18-4C4D-8E10-5880AFA8F53F}" presName="connectorText" presStyleLbl="sibTrans2D1" presStyleIdx="3" presStyleCnt="5"/>
      <dgm:spPr/>
    </dgm:pt>
    <dgm:pt modelId="{32B1B15D-3D33-44A7-BC99-69DAD0C741F6}" type="pres">
      <dgm:prSet presAssocID="{2F16DB5B-0130-4A66-BCA6-375BC5E82C57}" presName="node" presStyleLbl="node1" presStyleIdx="4" presStyleCnt="6">
        <dgm:presLayoutVars>
          <dgm:bulletEnabled val="1"/>
        </dgm:presLayoutVars>
      </dgm:prSet>
      <dgm:spPr/>
    </dgm:pt>
    <dgm:pt modelId="{0D2B917C-F4CA-4190-B72B-120607230A09}" type="pres">
      <dgm:prSet presAssocID="{48C9DEB9-57A7-4B92-8DF8-0575184C4E7B}" presName="sibTrans" presStyleLbl="sibTrans2D1" presStyleIdx="4" presStyleCnt="5"/>
      <dgm:spPr/>
    </dgm:pt>
    <dgm:pt modelId="{6B1D7906-C7E2-4290-BF78-741177E0E329}" type="pres">
      <dgm:prSet presAssocID="{48C9DEB9-57A7-4B92-8DF8-0575184C4E7B}" presName="connectorText" presStyleLbl="sibTrans2D1" presStyleIdx="4" presStyleCnt="5"/>
      <dgm:spPr/>
    </dgm:pt>
    <dgm:pt modelId="{F0203A42-C96B-41FD-9178-D9B2FD3CAB55}" type="pres">
      <dgm:prSet presAssocID="{C2808057-C35B-47D2-A38A-E9BA410A8F35}" presName="node" presStyleLbl="node1" presStyleIdx="5" presStyleCnt="6">
        <dgm:presLayoutVars>
          <dgm:bulletEnabled val="1"/>
        </dgm:presLayoutVars>
      </dgm:prSet>
      <dgm:spPr/>
    </dgm:pt>
  </dgm:ptLst>
  <dgm:cxnLst>
    <dgm:cxn modelId="{9F5F7509-2405-4F25-9B3C-EAF5D461E2E7}" type="presOf" srcId="{15B86A59-DD18-4C4D-8E10-5880AFA8F53F}" destId="{06E7B2A2-A410-4714-83F9-D9B20C568CEF}" srcOrd="1" destOrd="0" presId="urn:microsoft.com/office/officeart/2005/8/layout/process1"/>
    <dgm:cxn modelId="{592ED012-A191-4D4B-9F14-4BBD511CEA5D}" type="presOf" srcId="{C2808057-C35B-47D2-A38A-E9BA410A8F35}" destId="{F0203A42-C96B-41FD-9178-D9B2FD3CAB55}" srcOrd="0" destOrd="0" presId="urn:microsoft.com/office/officeart/2005/8/layout/process1"/>
    <dgm:cxn modelId="{84A90915-B360-4BCF-9E3B-22220D8D6917}" type="presOf" srcId="{CE73CDFF-EA72-4FFD-B6A2-22D0A47E7593}" destId="{166C6BF4-A0CC-4DAC-B224-B3999C9E0CD6}" srcOrd="0" destOrd="0" presId="urn:microsoft.com/office/officeart/2005/8/layout/process1"/>
    <dgm:cxn modelId="{EEA3F020-5057-4CB1-9C20-6D951BEC5DB3}" type="presOf" srcId="{15B86A59-DD18-4C4D-8E10-5880AFA8F53F}" destId="{E46D893E-E50A-4311-911D-356AC810AFBD}" srcOrd="0" destOrd="0" presId="urn:microsoft.com/office/officeart/2005/8/layout/process1"/>
    <dgm:cxn modelId="{2C938064-7950-4221-8ABD-EC1C1E632EA9}" type="presOf" srcId="{CE73CDFF-EA72-4FFD-B6A2-22D0A47E7593}" destId="{60F7ABF4-AA9B-4019-84BB-AE2F3B52BA0F}" srcOrd="1" destOrd="0" presId="urn:microsoft.com/office/officeart/2005/8/layout/process1"/>
    <dgm:cxn modelId="{94B0146C-AE8A-43E3-BC37-57A31415B568}" srcId="{037C08A3-E75C-43DD-B3AE-DF4FA9900FB8}" destId="{F4A45905-4428-4298-9F22-BB0311BB0BA2}" srcOrd="2" destOrd="0" parTransId="{A61F1111-41FD-4CA8-9790-06F71CF49CD0}" sibTransId="{4D42E5C3-EBF7-4132-A074-EAEBC1B9D4CD}"/>
    <dgm:cxn modelId="{45442C72-0A3C-4AAB-92C1-166B00D9029E}" type="presOf" srcId="{48C9DEB9-57A7-4B92-8DF8-0575184C4E7B}" destId="{6B1D7906-C7E2-4290-BF78-741177E0E329}" srcOrd="1" destOrd="0" presId="urn:microsoft.com/office/officeart/2005/8/layout/process1"/>
    <dgm:cxn modelId="{A0AD4A55-4E4F-478C-AB1F-2FFB2E91D3B8}" type="presOf" srcId="{48C9DEB9-57A7-4B92-8DF8-0575184C4E7B}" destId="{0D2B917C-F4CA-4190-B72B-120607230A09}" srcOrd="0" destOrd="0" presId="urn:microsoft.com/office/officeart/2005/8/layout/process1"/>
    <dgm:cxn modelId="{776FD25A-C056-4D61-9FA4-CC78F11020FC}" srcId="{037C08A3-E75C-43DD-B3AE-DF4FA9900FB8}" destId="{C2808057-C35B-47D2-A38A-E9BA410A8F35}" srcOrd="5" destOrd="0" parTransId="{CE4D7C0F-2914-4499-86A0-F71DE498D6DB}" sibTransId="{E422F435-BF54-434A-9570-6CFCFD16997F}"/>
    <dgm:cxn modelId="{8341BD7F-612F-41F3-A8F4-3B3AB3FF00A2}" type="presOf" srcId="{4D42E5C3-EBF7-4132-A074-EAEBC1B9D4CD}" destId="{68550A84-CFDF-4137-A343-B6BF0472EC12}" srcOrd="1" destOrd="0" presId="urn:microsoft.com/office/officeart/2005/8/layout/process1"/>
    <dgm:cxn modelId="{3E873184-7B34-4998-B05E-492E1284446D}" type="presOf" srcId="{D776B0EE-3B06-4CD7-BDD9-F84A31506727}" destId="{265004C8-0662-45D2-8E9B-9FCF457CCE00}" srcOrd="0" destOrd="0" presId="urn:microsoft.com/office/officeart/2005/8/layout/process1"/>
    <dgm:cxn modelId="{A6D5FE91-3CF0-4274-B952-98881803617D}" type="presOf" srcId="{4DD26894-B7B8-42F9-A1A6-EF913FEE67DB}" destId="{A37084A3-808A-4CC0-A45F-C08F19F43A6A}" srcOrd="0" destOrd="0" presId="urn:microsoft.com/office/officeart/2005/8/layout/process1"/>
    <dgm:cxn modelId="{A165A7A4-BE17-4833-8172-B6084867BAF4}" type="presOf" srcId="{4D42E5C3-EBF7-4132-A074-EAEBC1B9D4CD}" destId="{179D179B-B0F4-4DFC-B05F-8ABF3A19DBAC}" srcOrd="0" destOrd="0" presId="urn:microsoft.com/office/officeart/2005/8/layout/process1"/>
    <dgm:cxn modelId="{5473F8A7-0A10-4585-8E3B-BC9A0F2B1937}" srcId="{037C08A3-E75C-43DD-B3AE-DF4FA9900FB8}" destId="{46F5EA61-0098-4200-80FC-17ADDBACE8B2}" srcOrd="1" destOrd="0" parTransId="{B8941153-5B9A-4440-8441-8FBBA2C477FA}" sibTransId="{CE73CDFF-EA72-4FFD-B6A2-22D0A47E7593}"/>
    <dgm:cxn modelId="{E00234AC-6159-4032-A7BD-A38626DDE1BD}" type="presOf" srcId="{46F5EA61-0098-4200-80FC-17ADDBACE8B2}" destId="{741E2BBD-7A34-4DFF-B902-60596E7A3B1C}" srcOrd="0" destOrd="0" presId="urn:microsoft.com/office/officeart/2005/8/layout/process1"/>
    <dgm:cxn modelId="{DAFAC0B6-F21F-49EE-807B-035268D9D9CC}" type="presOf" srcId="{718AF401-EA50-4AE9-B723-CF2904B0836F}" destId="{3BDD31D5-1233-42E8-9A28-228717A358A2}" srcOrd="0" destOrd="0" presId="urn:microsoft.com/office/officeart/2005/8/layout/process1"/>
    <dgm:cxn modelId="{79BB3EB7-695E-4F24-8213-10B0A01FDD41}" type="presOf" srcId="{F4A45905-4428-4298-9F22-BB0311BB0BA2}" destId="{00AD5CE7-0E6D-437A-8D75-821031B3E936}" srcOrd="0" destOrd="0" presId="urn:microsoft.com/office/officeart/2005/8/layout/process1"/>
    <dgm:cxn modelId="{31854DC8-D79C-4797-A66D-2C1F64821634}" srcId="{037C08A3-E75C-43DD-B3AE-DF4FA9900FB8}" destId="{718AF401-EA50-4AE9-B723-CF2904B0836F}" srcOrd="0" destOrd="0" parTransId="{935327E5-4B32-4CEB-9A99-42FEFAB23CEA}" sibTransId="{D776B0EE-3B06-4CD7-BDD9-F84A31506727}"/>
    <dgm:cxn modelId="{E2A430D8-7043-4FF6-9457-224D25A11D2C}" srcId="{037C08A3-E75C-43DD-B3AE-DF4FA9900FB8}" destId="{4DD26894-B7B8-42F9-A1A6-EF913FEE67DB}" srcOrd="3" destOrd="0" parTransId="{BF800722-1D45-4BF2-A849-60E096472FA1}" sibTransId="{15B86A59-DD18-4C4D-8E10-5880AFA8F53F}"/>
    <dgm:cxn modelId="{01A877E9-A63F-4EE8-A949-224EC4CFBC93}" srcId="{037C08A3-E75C-43DD-B3AE-DF4FA9900FB8}" destId="{2F16DB5B-0130-4A66-BCA6-375BC5E82C57}" srcOrd="4" destOrd="0" parTransId="{E1E558C7-555E-4302-82FA-2D9C0B0D396C}" sibTransId="{48C9DEB9-57A7-4B92-8DF8-0575184C4E7B}"/>
    <dgm:cxn modelId="{8FD24EEA-B13B-42D9-B14F-9DB9D2AD04FF}" type="presOf" srcId="{2F16DB5B-0130-4A66-BCA6-375BC5E82C57}" destId="{32B1B15D-3D33-44A7-BC99-69DAD0C741F6}" srcOrd="0" destOrd="0" presId="urn:microsoft.com/office/officeart/2005/8/layout/process1"/>
    <dgm:cxn modelId="{C5558FEB-2BAF-410B-8FAF-EEF1148A5253}" type="presOf" srcId="{037C08A3-E75C-43DD-B3AE-DF4FA9900FB8}" destId="{227D4F43-3F06-4A0E-9B38-CB77BE173393}" srcOrd="0" destOrd="0" presId="urn:microsoft.com/office/officeart/2005/8/layout/process1"/>
    <dgm:cxn modelId="{134943FB-114E-4801-B933-80CBFFAD4226}" type="presOf" srcId="{D776B0EE-3B06-4CD7-BDD9-F84A31506727}" destId="{6D882137-62F8-4578-A495-BFD80316DA2C}" srcOrd="1" destOrd="0" presId="urn:microsoft.com/office/officeart/2005/8/layout/process1"/>
    <dgm:cxn modelId="{D9AA602D-6ED8-4247-94B7-B4991B6E8F67}" type="presParOf" srcId="{227D4F43-3F06-4A0E-9B38-CB77BE173393}" destId="{3BDD31D5-1233-42E8-9A28-228717A358A2}" srcOrd="0" destOrd="0" presId="urn:microsoft.com/office/officeart/2005/8/layout/process1"/>
    <dgm:cxn modelId="{DB986190-C433-4A8B-9070-C12F895F9F89}" type="presParOf" srcId="{227D4F43-3F06-4A0E-9B38-CB77BE173393}" destId="{265004C8-0662-45D2-8E9B-9FCF457CCE00}" srcOrd="1" destOrd="0" presId="urn:microsoft.com/office/officeart/2005/8/layout/process1"/>
    <dgm:cxn modelId="{B6FF8A84-BA64-447D-AEBF-FD82B04456DC}" type="presParOf" srcId="{265004C8-0662-45D2-8E9B-9FCF457CCE00}" destId="{6D882137-62F8-4578-A495-BFD80316DA2C}" srcOrd="0" destOrd="0" presId="urn:microsoft.com/office/officeart/2005/8/layout/process1"/>
    <dgm:cxn modelId="{0E9B95C9-A60F-431C-81BB-7B97819EEAC1}" type="presParOf" srcId="{227D4F43-3F06-4A0E-9B38-CB77BE173393}" destId="{741E2BBD-7A34-4DFF-B902-60596E7A3B1C}" srcOrd="2" destOrd="0" presId="urn:microsoft.com/office/officeart/2005/8/layout/process1"/>
    <dgm:cxn modelId="{CC74C5D6-CE92-4F59-A490-988353B29E42}" type="presParOf" srcId="{227D4F43-3F06-4A0E-9B38-CB77BE173393}" destId="{166C6BF4-A0CC-4DAC-B224-B3999C9E0CD6}" srcOrd="3" destOrd="0" presId="urn:microsoft.com/office/officeart/2005/8/layout/process1"/>
    <dgm:cxn modelId="{946E54CD-1013-4CFF-A5FD-C27B880A891D}" type="presParOf" srcId="{166C6BF4-A0CC-4DAC-B224-B3999C9E0CD6}" destId="{60F7ABF4-AA9B-4019-84BB-AE2F3B52BA0F}" srcOrd="0" destOrd="0" presId="urn:microsoft.com/office/officeart/2005/8/layout/process1"/>
    <dgm:cxn modelId="{65B7092C-3923-4E00-A702-BD7CE0D3F211}" type="presParOf" srcId="{227D4F43-3F06-4A0E-9B38-CB77BE173393}" destId="{00AD5CE7-0E6D-437A-8D75-821031B3E936}" srcOrd="4" destOrd="0" presId="urn:microsoft.com/office/officeart/2005/8/layout/process1"/>
    <dgm:cxn modelId="{C5C00D38-CE37-41B8-8E6B-AFED06EEE619}" type="presParOf" srcId="{227D4F43-3F06-4A0E-9B38-CB77BE173393}" destId="{179D179B-B0F4-4DFC-B05F-8ABF3A19DBAC}" srcOrd="5" destOrd="0" presId="urn:microsoft.com/office/officeart/2005/8/layout/process1"/>
    <dgm:cxn modelId="{9916ADE2-0F18-48C6-B9DD-25229508EDD9}" type="presParOf" srcId="{179D179B-B0F4-4DFC-B05F-8ABF3A19DBAC}" destId="{68550A84-CFDF-4137-A343-B6BF0472EC12}" srcOrd="0" destOrd="0" presId="urn:microsoft.com/office/officeart/2005/8/layout/process1"/>
    <dgm:cxn modelId="{0B5E62B8-8CA7-425C-89E6-6754701740C0}" type="presParOf" srcId="{227D4F43-3F06-4A0E-9B38-CB77BE173393}" destId="{A37084A3-808A-4CC0-A45F-C08F19F43A6A}" srcOrd="6" destOrd="0" presId="urn:microsoft.com/office/officeart/2005/8/layout/process1"/>
    <dgm:cxn modelId="{48461FF8-34B3-45A1-A390-A72B965B9BFA}" type="presParOf" srcId="{227D4F43-3F06-4A0E-9B38-CB77BE173393}" destId="{E46D893E-E50A-4311-911D-356AC810AFBD}" srcOrd="7" destOrd="0" presId="urn:microsoft.com/office/officeart/2005/8/layout/process1"/>
    <dgm:cxn modelId="{6921F03F-B6A3-466A-95D2-065D89D7C8F2}" type="presParOf" srcId="{E46D893E-E50A-4311-911D-356AC810AFBD}" destId="{06E7B2A2-A410-4714-83F9-D9B20C568CEF}" srcOrd="0" destOrd="0" presId="urn:microsoft.com/office/officeart/2005/8/layout/process1"/>
    <dgm:cxn modelId="{5406E02C-D2A0-4FC3-B437-780AD45D095C}" type="presParOf" srcId="{227D4F43-3F06-4A0E-9B38-CB77BE173393}" destId="{32B1B15D-3D33-44A7-BC99-69DAD0C741F6}" srcOrd="8" destOrd="0" presId="urn:microsoft.com/office/officeart/2005/8/layout/process1"/>
    <dgm:cxn modelId="{D57613E1-E4B7-4065-9167-46FA03D23F5C}" type="presParOf" srcId="{227D4F43-3F06-4A0E-9B38-CB77BE173393}" destId="{0D2B917C-F4CA-4190-B72B-120607230A09}" srcOrd="9" destOrd="0" presId="urn:microsoft.com/office/officeart/2005/8/layout/process1"/>
    <dgm:cxn modelId="{1298FD44-3634-4A4A-AC2A-2CC6BE92CB3D}" type="presParOf" srcId="{0D2B917C-F4CA-4190-B72B-120607230A09}" destId="{6B1D7906-C7E2-4290-BF78-741177E0E329}" srcOrd="0" destOrd="0" presId="urn:microsoft.com/office/officeart/2005/8/layout/process1"/>
    <dgm:cxn modelId="{239B93F3-869C-4249-836E-10ABD7FA7832}" type="presParOf" srcId="{227D4F43-3F06-4A0E-9B38-CB77BE173393}" destId="{F0203A42-C96B-41FD-9178-D9B2FD3CAB5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7C08A3-E75C-43DD-B3AE-DF4FA9900FB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18AF401-EA50-4AE9-B723-CF2904B0836F}">
      <dgm:prSet phldrT="[Text]"/>
      <dgm:spPr/>
      <dgm:t>
        <a:bodyPr/>
        <a:lstStyle/>
        <a:p>
          <a:r>
            <a:rPr lang="zh-CN" altLang="en-US" dirty="0"/>
            <a:t>收样</a:t>
          </a:r>
          <a:endParaRPr lang="en-US" dirty="0"/>
        </a:p>
      </dgm:t>
    </dgm:pt>
    <dgm:pt modelId="{935327E5-4B32-4CEB-9A99-42FEFAB23CEA}" type="parTrans" cxnId="{31854DC8-D79C-4797-A66D-2C1F64821634}">
      <dgm:prSet/>
      <dgm:spPr/>
      <dgm:t>
        <a:bodyPr/>
        <a:lstStyle/>
        <a:p>
          <a:endParaRPr lang="en-US"/>
        </a:p>
      </dgm:t>
    </dgm:pt>
    <dgm:pt modelId="{D776B0EE-3B06-4CD7-BDD9-F84A31506727}" type="sibTrans" cxnId="{31854DC8-D79C-4797-A66D-2C1F64821634}">
      <dgm:prSet/>
      <dgm:spPr/>
      <dgm:t>
        <a:bodyPr/>
        <a:lstStyle/>
        <a:p>
          <a:endParaRPr lang="en-US"/>
        </a:p>
      </dgm:t>
    </dgm:pt>
    <dgm:pt modelId="{46F5EA61-0098-4200-80FC-17ADDBACE8B2}">
      <dgm:prSet phldrT="[Text]"/>
      <dgm:spPr/>
      <dgm:t>
        <a:bodyPr/>
        <a:lstStyle/>
        <a:p>
          <a:r>
            <a:rPr lang="zh-CN" altLang="en-US" dirty="0"/>
            <a:t>核酸提取</a:t>
          </a:r>
          <a:endParaRPr lang="en-US" dirty="0"/>
        </a:p>
      </dgm:t>
    </dgm:pt>
    <dgm:pt modelId="{B8941153-5B9A-4440-8441-8FBBA2C477FA}" type="parTrans" cxnId="{5473F8A7-0A10-4585-8E3B-BC9A0F2B1937}">
      <dgm:prSet/>
      <dgm:spPr/>
      <dgm:t>
        <a:bodyPr/>
        <a:lstStyle/>
        <a:p>
          <a:endParaRPr lang="en-US"/>
        </a:p>
      </dgm:t>
    </dgm:pt>
    <dgm:pt modelId="{CE73CDFF-EA72-4FFD-B6A2-22D0A47E7593}" type="sibTrans" cxnId="{5473F8A7-0A10-4585-8E3B-BC9A0F2B1937}">
      <dgm:prSet/>
      <dgm:spPr/>
      <dgm:t>
        <a:bodyPr/>
        <a:lstStyle/>
        <a:p>
          <a:endParaRPr lang="en-US"/>
        </a:p>
      </dgm:t>
    </dgm:pt>
    <dgm:pt modelId="{F4A45905-4428-4298-9F22-BB0311BB0BA2}">
      <dgm:prSet phldrT="[Text]"/>
      <dgm:spPr/>
      <dgm:t>
        <a:bodyPr/>
        <a:lstStyle/>
        <a:p>
          <a:r>
            <a:rPr lang="zh-CN" altLang="en-US" dirty="0"/>
            <a:t>扩增</a:t>
          </a:r>
          <a:endParaRPr lang="en-US" dirty="0"/>
        </a:p>
      </dgm:t>
    </dgm:pt>
    <dgm:pt modelId="{A61F1111-41FD-4CA8-9790-06F71CF49CD0}" type="parTrans" cxnId="{94B0146C-AE8A-43E3-BC37-57A31415B568}">
      <dgm:prSet/>
      <dgm:spPr/>
      <dgm:t>
        <a:bodyPr/>
        <a:lstStyle/>
        <a:p>
          <a:endParaRPr lang="en-US"/>
        </a:p>
      </dgm:t>
    </dgm:pt>
    <dgm:pt modelId="{4D42E5C3-EBF7-4132-A074-EAEBC1B9D4CD}" type="sibTrans" cxnId="{94B0146C-AE8A-43E3-BC37-57A31415B568}">
      <dgm:prSet/>
      <dgm:spPr/>
      <dgm:t>
        <a:bodyPr/>
        <a:lstStyle/>
        <a:p>
          <a:endParaRPr lang="en-US"/>
        </a:p>
      </dgm:t>
    </dgm:pt>
    <dgm:pt modelId="{4DD26894-B7B8-42F9-A1A6-EF913FEE67DB}">
      <dgm:prSet phldrT="[Text]"/>
      <dgm:spPr/>
      <dgm:t>
        <a:bodyPr/>
        <a:lstStyle/>
        <a:p>
          <a:r>
            <a:rPr lang="zh-CN" altLang="en-US" dirty="0"/>
            <a:t>建库</a:t>
          </a:r>
          <a:endParaRPr lang="en-US" dirty="0"/>
        </a:p>
      </dgm:t>
    </dgm:pt>
    <dgm:pt modelId="{BF800722-1D45-4BF2-A849-60E096472FA1}" type="parTrans" cxnId="{E2A430D8-7043-4FF6-9457-224D25A11D2C}">
      <dgm:prSet/>
      <dgm:spPr/>
      <dgm:t>
        <a:bodyPr/>
        <a:lstStyle/>
        <a:p>
          <a:endParaRPr lang="en-US"/>
        </a:p>
      </dgm:t>
    </dgm:pt>
    <dgm:pt modelId="{15B86A59-DD18-4C4D-8E10-5880AFA8F53F}" type="sibTrans" cxnId="{E2A430D8-7043-4FF6-9457-224D25A11D2C}">
      <dgm:prSet/>
      <dgm:spPr/>
      <dgm:t>
        <a:bodyPr/>
        <a:lstStyle/>
        <a:p>
          <a:endParaRPr lang="en-US"/>
        </a:p>
      </dgm:t>
    </dgm:pt>
    <dgm:pt modelId="{2F16DB5B-0130-4A66-BCA6-375BC5E82C57}">
      <dgm:prSet phldrT="[Text]"/>
      <dgm:spPr/>
      <dgm:t>
        <a:bodyPr/>
        <a:lstStyle/>
        <a:p>
          <a:r>
            <a:rPr lang="zh-CN" altLang="en-US" dirty="0"/>
            <a:t>测序</a:t>
          </a:r>
          <a:endParaRPr lang="en-US" dirty="0"/>
        </a:p>
      </dgm:t>
    </dgm:pt>
    <dgm:pt modelId="{E1E558C7-555E-4302-82FA-2D9C0B0D396C}" type="parTrans" cxnId="{01A877E9-A63F-4EE8-A949-224EC4CFBC93}">
      <dgm:prSet/>
      <dgm:spPr/>
      <dgm:t>
        <a:bodyPr/>
        <a:lstStyle/>
        <a:p>
          <a:endParaRPr lang="en-US"/>
        </a:p>
      </dgm:t>
    </dgm:pt>
    <dgm:pt modelId="{48C9DEB9-57A7-4B92-8DF8-0575184C4E7B}" type="sibTrans" cxnId="{01A877E9-A63F-4EE8-A949-224EC4CFBC93}">
      <dgm:prSet/>
      <dgm:spPr/>
      <dgm:t>
        <a:bodyPr/>
        <a:lstStyle/>
        <a:p>
          <a:endParaRPr lang="en-US"/>
        </a:p>
      </dgm:t>
    </dgm:pt>
    <dgm:pt modelId="{C2808057-C35B-47D2-A38A-E9BA410A8F35}">
      <dgm:prSet phldrT="[Text]"/>
      <dgm:spPr/>
      <dgm:t>
        <a:bodyPr/>
        <a:lstStyle/>
        <a:p>
          <a:r>
            <a:rPr lang="zh-CN" altLang="en-US" dirty="0"/>
            <a:t>报告</a:t>
          </a:r>
          <a:endParaRPr lang="en-US" dirty="0"/>
        </a:p>
      </dgm:t>
    </dgm:pt>
    <dgm:pt modelId="{CE4D7C0F-2914-4499-86A0-F71DE498D6DB}" type="parTrans" cxnId="{776FD25A-C056-4D61-9FA4-CC78F11020FC}">
      <dgm:prSet/>
      <dgm:spPr/>
      <dgm:t>
        <a:bodyPr/>
        <a:lstStyle/>
        <a:p>
          <a:endParaRPr lang="en-US"/>
        </a:p>
      </dgm:t>
    </dgm:pt>
    <dgm:pt modelId="{E422F435-BF54-434A-9570-6CFCFD16997F}" type="sibTrans" cxnId="{776FD25A-C056-4D61-9FA4-CC78F11020FC}">
      <dgm:prSet/>
      <dgm:spPr/>
      <dgm:t>
        <a:bodyPr/>
        <a:lstStyle/>
        <a:p>
          <a:endParaRPr lang="en-US"/>
        </a:p>
      </dgm:t>
    </dgm:pt>
    <dgm:pt modelId="{227D4F43-3F06-4A0E-9B38-CB77BE173393}" type="pres">
      <dgm:prSet presAssocID="{037C08A3-E75C-43DD-B3AE-DF4FA9900FB8}" presName="Name0" presStyleCnt="0">
        <dgm:presLayoutVars>
          <dgm:dir/>
          <dgm:resizeHandles val="exact"/>
        </dgm:presLayoutVars>
      </dgm:prSet>
      <dgm:spPr/>
    </dgm:pt>
    <dgm:pt modelId="{3BDD31D5-1233-42E8-9A28-228717A358A2}" type="pres">
      <dgm:prSet presAssocID="{718AF401-EA50-4AE9-B723-CF2904B0836F}" presName="node" presStyleLbl="node1" presStyleIdx="0" presStyleCnt="6">
        <dgm:presLayoutVars>
          <dgm:bulletEnabled val="1"/>
        </dgm:presLayoutVars>
      </dgm:prSet>
      <dgm:spPr/>
    </dgm:pt>
    <dgm:pt modelId="{265004C8-0662-45D2-8E9B-9FCF457CCE00}" type="pres">
      <dgm:prSet presAssocID="{D776B0EE-3B06-4CD7-BDD9-F84A31506727}" presName="sibTrans" presStyleLbl="sibTrans2D1" presStyleIdx="0" presStyleCnt="5"/>
      <dgm:spPr/>
    </dgm:pt>
    <dgm:pt modelId="{6D882137-62F8-4578-A495-BFD80316DA2C}" type="pres">
      <dgm:prSet presAssocID="{D776B0EE-3B06-4CD7-BDD9-F84A31506727}" presName="connectorText" presStyleLbl="sibTrans2D1" presStyleIdx="0" presStyleCnt="5"/>
      <dgm:spPr/>
    </dgm:pt>
    <dgm:pt modelId="{741E2BBD-7A34-4DFF-B902-60596E7A3B1C}" type="pres">
      <dgm:prSet presAssocID="{46F5EA61-0098-4200-80FC-17ADDBACE8B2}" presName="node" presStyleLbl="node1" presStyleIdx="1" presStyleCnt="6">
        <dgm:presLayoutVars>
          <dgm:bulletEnabled val="1"/>
        </dgm:presLayoutVars>
      </dgm:prSet>
      <dgm:spPr/>
    </dgm:pt>
    <dgm:pt modelId="{166C6BF4-A0CC-4DAC-B224-B3999C9E0CD6}" type="pres">
      <dgm:prSet presAssocID="{CE73CDFF-EA72-4FFD-B6A2-22D0A47E7593}" presName="sibTrans" presStyleLbl="sibTrans2D1" presStyleIdx="1" presStyleCnt="5"/>
      <dgm:spPr/>
    </dgm:pt>
    <dgm:pt modelId="{60F7ABF4-AA9B-4019-84BB-AE2F3B52BA0F}" type="pres">
      <dgm:prSet presAssocID="{CE73CDFF-EA72-4FFD-B6A2-22D0A47E7593}" presName="connectorText" presStyleLbl="sibTrans2D1" presStyleIdx="1" presStyleCnt="5"/>
      <dgm:spPr/>
    </dgm:pt>
    <dgm:pt modelId="{00AD5CE7-0E6D-437A-8D75-821031B3E936}" type="pres">
      <dgm:prSet presAssocID="{F4A45905-4428-4298-9F22-BB0311BB0BA2}" presName="node" presStyleLbl="node1" presStyleIdx="2" presStyleCnt="6">
        <dgm:presLayoutVars>
          <dgm:bulletEnabled val="1"/>
        </dgm:presLayoutVars>
      </dgm:prSet>
      <dgm:spPr/>
    </dgm:pt>
    <dgm:pt modelId="{179D179B-B0F4-4DFC-B05F-8ABF3A19DBAC}" type="pres">
      <dgm:prSet presAssocID="{4D42E5C3-EBF7-4132-A074-EAEBC1B9D4CD}" presName="sibTrans" presStyleLbl="sibTrans2D1" presStyleIdx="2" presStyleCnt="5"/>
      <dgm:spPr/>
    </dgm:pt>
    <dgm:pt modelId="{68550A84-CFDF-4137-A343-B6BF0472EC12}" type="pres">
      <dgm:prSet presAssocID="{4D42E5C3-EBF7-4132-A074-EAEBC1B9D4CD}" presName="connectorText" presStyleLbl="sibTrans2D1" presStyleIdx="2" presStyleCnt="5"/>
      <dgm:spPr/>
    </dgm:pt>
    <dgm:pt modelId="{A37084A3-808A-4CC0-A45F-C08F19F43A6A}" type="pres">
      <dgm:prSet presAssocID="{4DD26894-B7B8-42F9-A1A6-EF913FEE67DB}" presName="node" presStyleLbl="node1" presStyleIdx="3" presStyleCnt="6">
        <dgm:presLayoutVars>
          <dgm:bulletEnabled val="1"/>
        </dgm:presLayoutVars>
      </dgm:prSet>
      <dgm:spPr/>
    </dgm:pt>
    <dgm:pt modelId="{E46D893E-E50A-4311-911D-356AC810AFBD}" type="pres">
      <dgm:prSet presAssocID="{15B86A59-DD18-4C4D-8E10-5880AFA8F53F}" presName="sibTrans" presStyleLbl="sibTrans2D1" presStyleIdx="3" presStyleCnt="5"/>
      <dgm:spPr/>
    </dgm:pt>
    <dgm:pt modelId="{06E7B2A2-A410-4714-83F9-D9B20C568CEF}" type="pres">
      <dgm:prSet presAssocID="{15B86A59-DD18-4C4D-8E10-5880AFA8F53F}" presName="connectorText" presStyleLbl="sibTrans2D1" presStyleIdx="3" presStyleCnt="5"/>
      <dgm:spPr/>
    </dgm:pt>
    <dgm:pt modelId="{32B1B15D-3D33-44A7-BC99-69DAD0C741F6}" type="pres">
      <dgm:prSet presAssocID="{2F16DB5B-0130-4A66-BCA6-375BC5E82C57}" presName="node" presStyleLbl="node1" presStyleIdx="4" presStyleCnt="6">
        <dgm:presLayoutVars>
          <dgm:bulletEnabled val="1"/>
        </dgm:presLayoutVars>
      </dgm:prSet>
      <dgm:spPr/>
    </dgm:pt>
    <dgm:pt modelId="{0D2B917C-F4CA-4190-B72B-120607230A09}" type="pres">
      <dgm:prSet presAssocID="{48C9DEB9-57A7-4B92-8DF8-0575184C4E7B}" presName="sibTrans" presStyleLbl="sibTrans2D1" presStyleIdx="4" presStyleCnt="5"/>
      <dgm:spPr/>
    </dgm:pt>
    <dgm:pt modelId="{6B1D7906-C7E2-4290-BF78-741177E0E329}" type="pres">
      <dgm:prSet presAssocID="{48C9DEB9-57A7-4B92-8DF8-0575184C4E7B}" presName="connectorText" presStyleLbl="sibTrans2D1" presStyleIdx="4" presStyleCnt="5"/>
      <dgm:spPr/>
    </dgm:pt>
    <dgm:pt modelId="{F0203A42-C96B-41FD-9178-D9B2FD3CAB55}" type="pres">
      <dgm:prSet presAssocID="{C2808057-C35B-47D2-A38A-E9BA410A8F35}" presName="node" presStyleLbl="node1" presStyleIdx="5" presStyleCnt="6">
        <dgm:presLayoutVars>
          <dgm:bulletEnabled val="1"/>
        </dgm:presLayoutVars>
      </dgm:prSet>
      <dgm:spPr/>
    </dgm:pt>
  </dgm:ptLst>
  <dgm:cxnLst>
    <dgm:cxn modelId="{6688BE11-C033-4385-A552-45D559F92DD9}" type="presOf" srcId="{F4A45905-4428-4298-9F22-BB0311BB0BA2}" destId="{00AD5CE7-0E6D-437A-8D75-821031B3E936}" srcOrd="0" destOrd="0" presId="urn:microsoft.com/office/officeart/2005/8/layout/process1"/>
    <dgm:cxn modelId="{DE757E1A-FA86-49D1-AC76-E974AEBEB3BB}" type="presOf" srcId="{4DD26894-B7B8-42F9-A1A6-EF913FEE67DB}" destId="{A37084A3-808A-4CC0-A45F-C08F19F43A6A}" srcOrd="0" destOrd="0" presId="urn:microsoft.com/office/officeart/2005/8/layout/process1"/>
    <dgm:cxn modelId="{F180B724-066B-4C4E-AE71-8321992865D3}" type="presOf" srcId="{4D42E5C3-EBF7-4132-A074-EAEBC1B9D4CD}" destId="{68550A84-CFDF-4137-A343-B6BF0472EC12}" srcOrd="1" destOrd="0" presId="urn:microsoft.com/office/officeart/2005/8/layout/process1"/>
    <dgm:cxn modelId="{453F5B2B-4D9F-467C-B49A-DDDD5E637500}" type="presOf" srcId="{CE73CDFF-EA72-4FFD-B6A2-22D0A47E7593}" destId="{166C6BF4-A0CC-4DAC-B224-B3999C9E0CD6}" srcOrd="0" destOrd="0" presId="urn:microsoft.com/office/officeart/2005/8/layout/process1"/>
    <dgm:cxn modelId="{B02A4E31-847C-44DA-A47B-D945DEB9B4BA}" type="presOf" srcId="{15B86A59-DD18-4C4D-8E10-5880AFA8F53F}" destId="{E46D893E-E50A-4311-911D-356AC810AFBD}" srcOrd="0" destOrd="0" presId="urn:microsoft.com/office/officeart/2005/8/layout/process1"/>
    <dgm:cxn modelId="{CB8AE33F-4BCE-4A6D-B844-8FCC34E8AEC9}" type="presOf" srcId="{718AF401-EA50-4AE9-B723-CF2904B0836F}" destId="{3BDD31D5-1233-42E8-9A28-228717A358A2}" srcOrd="0" destOrd="0" presId="urn:microsoft.com/office/officeart/2005/8/layout/process1"/>
    <dgm:cxn modelId="{94B0146C-AE8A-43E3-BC37-57A31415B568}" srcId="{037C08A3-E75C-43DD-B3AE-DF4FA9900FB8}" destId="{F4A45905-4428-4298-9F22-BB0311BB0BA2}" srcOrd="2" destOrd="0" parTransId="{A61F1111-41FD-4CA8-9790-06F71CF49CD0}" sibTransId="{4D42E5C3-EBF7-4132-A074-EAEBC1B9D4CD}"/>
    <dgm:cxn modelId="{D4C3BC4C-C504-466A-AD8C-C8715A8A3D50}" type="presOf" srcId="{D776B0EE-3B06-4CD7-BDD9-F84A31506727}" destId="{6D882137-62F8-4578-A495-BFD80316DA2C}" srcOrd="1" destOrd="0" presId="urn:microsoft.com/office/officeart/2005/8/layout/process1"/>
    <dgm:cxn modelId="{52F8224E-715C-42B0-AFEA-F032FB4EB18E}" type="presOf" srcId="{48C9DEB9-57A7-4B92-8DF8-0575184C4E7B}" destId="{6B1D7906-C7E2-4290-BF78-741177E0E329}" srcOrd="1" destOrd="0" presId="urn:microsoft.com/office/officeart/2005/8/layout/process1"/>
    <dgm:cxn modelId="{776FD25A-C056-4D61-9FA4-CC78F11020FC}" srcId="{037C08A3-E75C-43DD-B3AE-DF4FA9900FB8}" destId="{C2808057-C35B-47D2-A38A-E9BA410A8F35}" srcOrd="5" destOrd="0" parTransId="{CE4D7C0F-2914-4499-86A0-F71DE498D6DB}" sibTransId="{E422F435-BF54-434A-9570-6CFCFD16997F}"/>
    <dgm:cxn modelId="{3859587C-057B-47FA-8EE9-658347D83FBE}" type="presOf" srcId="{46F5EA61-0098-4200-80FC-17ADDBACE8B2}" destId="{741E2BBD-7A34-4DFF-B902-60596E7A3B1C}" srcOrd="0" destOrd="0" presId="urn:microsoft.com/office/officeart/2005/8/layout/process1"/>
    <dgm:cxn modelId="{996DA183-279F-4FA4-AD23-DFABF58A28EA}" type="presOf" srcId="{15B86A59-DD18-4C4D-8E10-5880AFA8F53F}" destId="{06E7B2A2-A410-4714-83F9-D9B20C568CEF}" srcOrd="1" destOrd="0" presId="urn:microsoft.com/office/officeart/2005/8/layout/process1"/>
    <dgm:cxn modelId="{DDAF4888-D793-4457-90C2-92E88011ED62}" type="presOf" srcId="{037C08A3-E75C-43DD-B3AE-DF4FA9900FB8}" destId="{227D4F43-3F06-4A0E-9B38-CB77BE173393}" srcOrd="0" destOrd="0" presId="urn:microsoft.com/office/officeart/2005/8/layout/process1"/>
    <dgm:cxn modelId="{B85F8E8E-E6E8-41C0-B6A1-B48B334EA657}" type="presOf" srcId="{CE73CDFF-EA72-4FFD-B6A2-22D0A47E7593}" destId="{60F7ABF4-AA9B-4019-84BB-AE2F3B52BA0F}" srcOrd="1" destOrd="0" presId="urn:microsoft.com/office/officeart/2005/8/layout/process1"/>
    <dgm:cxn modelId="{F2A4A3A2-A15B-4C9E-8BA7-02F2BDC750BC}" type="presOf" srcId="{48C9DEB9-57A7-4B92-8DF8-0575184C4E7B}" destId="{0D2B917C-F4CA-4190-B72B-120607230A09}" srcOrd="0" destOrd="0" presId="urn:microsoft.com/office/officeart/2005/8/layout/process1"/>
    <dgm:cxn modelId="{5473F8A7-0A10-4585-8E3B-BC9A0F2B1937}" srcId="{037C08A3-E75C-43DD-B3AE-DF4FA9900FB8}" destId="{46F5EA61-0098-4200-80FC-17ADDBACE8B2}" srcOrd="1" destOrd="0" parTransId="{B8941153-5B9A-4440-8441-8FBBA2C477FA}" sibTransId="{CE73CDFF-EA72-4FFD-B6A2-22D0A47E7593}"/>
    <dgm:cxn modelId="{31854DC8-D79C-4797-A66D-2C1F64821634}" srcId="{037C08A3-E75C-43DD-B3AE-DF4FA9900FB8}" destId="{718AF401-EA50-4AE9-B723-CF2904B0836F}" srcOrd="0" destOrd="0" parTransId="{935327E5-4B32-4CEB-9A99-42FEFAB23CEA}" sibTransId="{D776B0EE-3B06-4CD7-BDD9-F84A31506727}"/>
    <dgm:cxn modelId="{A1213BD7-1B0A-4F5C-8281-139521559B12}" type="presOf" srcId="{C2808057-C35B-47D2-A38A-E9BA410A8F35}" destId="{F0203A42-C96B-41FD-9178-D9B2FD3CAB55}" srcOrd="0" destOrd="0" presId="urn:microsoft.com/office/officeart/2005/8/layout/process1"/>
    <dgm:cxn modelId="{E2A430D8-7043-4FF6-9457-224D25A11D2C}" srcId="{037C08A3-E75C-43DD-B3AE-DF4FA9900FB8}" destId="{4DD26894-B7B8-42F9-A1A6-EF913FEE67DB}" srcOrd="3" destOrd="0" parTransId="{BF800722-1D45-4BF2-A849-60E096472FA1}" sibTransId="{15B86A59-DD18-4C4D-8E10-5880AFA8F53F}"/>
    <dgm:cxn modelId="{8B3FAAE5-0CF1-4144-9AEC-8C51E8429062}" type="presOf" srcId="{2F16DB5B-0130-4A66-BCA6-375BC5E82C57}" destId="{32B1B15D-3D33-44A7-BC99-69DAD0C741F6}" srcOrd="0" destOrd="0" presId="urn:microsoft.com/office/officeart/2005/8/layout/process1"/>
    <dgm:cxn modelId="{5AB445E9-0FB2-4FDC-9719-C1F30950382E}" type="presOf" srcId="{4D42E5C3-EBF7-4132-A074-EAEBC1B9D4CD}" destId="{179D179B-B0F4-4DFC-B05F-8ABF3A19DBAC}" srcOrd="0" destOrd="0" presId="urn:microsoft.com/office/officeart/2005/8/layout/process1"/>
    <dgm:cxn modelId="{01A877E9-A63F-4EE8-A949-224EC4CFBC93}" srcId="{037C08A3-E75C-43DD-B3AE-DF4FA9900FB8}" destId="{2F16DB5B-0130-4A66-BCA6-375BC5E82C57}" srcOrd="4" destOrd="0" parTransId="{E1E558C7-555E-4302-82FA-2D9C0B0D396C}" sibTransId="{48C9DEB9-57A7-4B92-8DF8-0575184C4E7B}"/>
    <dgm:cxn modelId="{B6DE5FF7-9E2E-4A68-B5F5-2F5784D98BBB}" type="presOf" srcId="{D776B0EE-3B06-4CD7-BDD9-F84A31506727}" destId="{265004C8-0662-45D2-8E9B-9FCF457CCE00}" srcOrd="0" destOrd="0" presId="urn:microsoft.com/office/officeart/2005/8/layout/process1"/>
    <dgm:cxn modelId="{D1F0DADE-DE5D-4679-BBDD-C7658875DE32}" type="presParOf" srcId="{227D4F43-3F06-4A0E-9B38-CB77BE173393}" destId="{3BDD31D5-1233-42E8-9A28-228717A358A2}" srcOrd="0" destOrd="0" presId="urn:microsoft.com/office/officeart/2005/8/layout/process1"/>
    <dgm:cxn modelId="{FDD7B284-5BF8-4A95-A60E-1F9FA10B6869}" type="presParOf" srcId="{227D4F43-3F06-4A0E-9B38-CB77BE173393}" destId="{265004C8-0662-45D2-8E9B-9FCF457CCE00}" srcOrd="1" destOrd="0" presId="urn:microsoft.com/office/officeart/2005/8/layout/process1"/>
    <dgm:cxn modelId="{8B99D7A6-BD82-459C-B5A8-7C1F4F20BD96}" type="presParOf" srcId="{265004C8-0662-45D2-8E9B-9FCF457CCE00}" destId="{6D882137-62F8-4578-A495-BFD80316DA2C}" srcOrd="0" destOrd="0" presId="urn:microsoft.com/office/officeart/2005/8/layout/process1"/>
    <dgm:cxn modelId="{3570F33B-A5CF-4810-BBC2-28C9F25C7481}" type="presParOf" srcId="{227D4F43-3F06-4A0E-9B38-CB77BE173393}" destId="{741E2BBD-7A34-4DFF-B902-60596E7A3B1C}" srcOrd="2" destOrd="0" presId="urn:microsoft.com/office/officeart/2005/8/layout/process1"/>
    <dgm:cxn modelId="{9E3DE233-9B14-4F83-A949-20F642B64C64}" type="presParOf" srcId="{227D4F43-3F06-4A0E-9B38-CB77BE173393}" destId="{166C6BF4-A0CC-4DAC-B224-B3999C9E0CD6}" srcOrd="3" destOrd="0" presId="urn:microsoft.com/office/officeart/2005/8/layout/process1"/>
    <dgm:cxn modelId="{0C3AB233-3400-43BA-A11C-994158E1B8DE}" type="presParOf" srcId="{166C6BF4-A0CC-4DAC-B224-B3999C9E0CD6}" destId="{60F7ABF4-AA9B-4019-84BB-AE2F3B52BA0F}" srcOrd="0" destOrd="0" presId="urn:microsoft.com/office/officeart/2005/8/layout/process1"/>
    <dgm:cxn modelId="{6EDD0817-A9A1-4B5B-885A-226D37734643}" type="presParOf" srcId="{227D4F43-3F06-4A0E-9B38-CB77BE173393}" destId="{00AD5CE7-0E6D-437A-8D75-821031B3E936}" srcOrd="4" destOrd="0" presId="urn:microsoft.com/office/officeart/2005/8/layout/process1"/>
    <dgm:cxn modelId="{78996558-CF05-4AFB-A15F-95C8E072B574}" type="presParOf" srcId="{227D4F43-3F06-4A0E-9B38-CB77BE173393}" destId="{179D179B-B0F4-4DFC-B05F-8ABF3A19DBAC}" srcOrd="5" destOrd="0" presId="urn:microsoft.com/office/officeart/2005/8/layout/process1"/>
    <dgm:cxn modelId="{9ADB28FE-7470-476A-A064-FF470263BFF7}" type="presParOf" srcId="{179D179B-B0F4-4DFC-B05F-8ABF3A19DBAC}" destId="{68550A84-CFDF-4137-A343-B6BF0472EC12}" srcOrd="0" destOrd="0" presId="urn:microsoft.com/office/officeart/2005/8/layout/process1"/>
    <dgm:cxn modelId="{BD2A79DE-0DFB-4A9F-829E-0082C76F42B4}" type="presParOf" srcId="{227D4F43-3F06-4A0E-9B38-CB77BE173393}" destId="{A37084A3-808A-4CC0-A45F-C08F19F43A6A}" srcOrd="6" destOrd="0" presId="urn:microsoft.com/office/officeart/2005/8/layout/process1"/>
    <dgm:cxn modelId="{6B41D92C-58FF-4DFF-BA6F-2814FCAD1EB5}" type="presParOf" srcId="{227D4F43-3F06-4A0E-9B38-CB77BE173393}" destId="{E46D893E-E50A-4311-911D-356AC810AFBD}" srcOrd="7" destOrd="0" presId="urn:microsoft.com/office/officeart/2005/8/layout/process1"/>
    <dgm:cxn modelId="{3ED7C331-62F7-4E0B-A3A7-79B018EE89AC}" type="presParOf" srcId="{E46D893E-E50A-4311-911D-356AC810AFBD}" destId="{06E7B2A2-A410-4714-83F9-D9B20C568CEF}" srcOrd="0" destOrd="0" presId="urn:microsoft.com/office/officeart/2005/8/layout/process1"/>
    <dgm:cxn modelId="{7CC6A428-5DA4-4E94-BE31-4CA87CEAD2EE}" type="presParOf" srcId="{227D4F43-3F06-4A0E-9B38-CB77BE173393}" destId="{32B1B15D-3D33-44A7-BC99-69DAD0C741F6}" srcOrd="8" destOrd="0" presId="urn:microsoft.com/office/officeart/2005/8/layout/process1"/>
    <dgm:cxn modelId="{E45149D9-D1D8-4424-8B36-C654CB069DDC}" type="presParOf" srcId="{227D4F43-3F06-4A0E-9B38-CB77BE173393}" destId="{0D2B917C-F4CA-4190-B72B-120607230A09}" srcOrd="9" destOrd="0" presId="urn:microsoft.com/office/officeart/2005/8/layout/process1"/>
    <dgm:cxn modelId="{D704FAD3-6891-4575-BE7C-7ADE33CB76F5}" type="presParOf" srcId="{0D2B917C-F4CA-4190-B72B-120607230A09}" destId="{6B1D7906-C7E2-4290-BF78-741177E0E329}" srcOrd="0" destOrd="0" presId="urn:microsoft.com/office/officeart/2005/8/layout/process1"/>
    <dgm:cxn modelId="{AA5D65B4-C3BE-48BF-A26C-EA37D3E7A517}" type="presParOf" srcId="{227D4F43-3F06-4A0E-9B38-CB77BE173393}" destId="{F0203A42-C96B-41FD-9178-D9B2FD3CAB5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D31D5-1233-42E8-9A28-228717A358A2}">
      <dsp:nvSpPr>
        <dsp:cNvPr id="0" name=""/>
        <dsp:cNvSpPr/>
      </dsp:nvSpPr>
      <dsp:spPr>
        <a:xfrm>
          <a:off x="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收样</a:t>
          </a:r>
          <a:endParaRPr lang="en-US" sz="2100" kern="1200" dirty="0"/>
        </a:p>
      </dsp:txBody>
      <dsp:txXfrm>
        <a:off x="23099" y="1139662"/>
        <a:ext cx="1268251" cy="742472"/>
      </dsp:txXfrm>
    </dsp:sp>
    <dsp:sp modelId="{265004C8-0662-45D2-8E9B-9FCF457CCE00}">
      <dsp:nvSpPr>
        <dsp:cNvPr id="0" name=""/>
        <dsp:cNvSpPr/>
      </dsp:nvSpPr>
      <dsp:spPr>
        <a:xfrm>
          <a:off x="144589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445895" y="1413103"/>
        <a:ext cx="195064" cy="195589"/>
      </dsp:txXfrm>
    </dsp:sp>
    <dsp:sp modelId="{741E2BBD-7A34-4DFF-B902-60596E7A3B1C}">
      <dsp:nvSpPr>
        <dsp:cNvPr id="0" name=""/>
        <dsp:cNvSpPr/>
      </dsp:nvSpPr>
      <dsp:spPr>
        <a:xfrm>
          <a:off x="184023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核酸提取</a:t>
          </a:r>
          <a:endParaRPr lang="en-US" sz="2100" kern="1200" dirty="0"/>
        </a:p>
      </dsp:txBody>
      <dsp:txXfrm>
        <a:off x="1863329" y="1139662"/>
        <a:ext cx="1268251" cy="742472"/>
      </dsp:txXfrm>
    </dsp:sp>
    <dsp:sp modelId="{166C6BF4-A0CC-4DAC-B224-B3999C9E0CD6}">
      <dsp:nvSpPr>
        <dsp:cNvPr id="0" name=""/>
        <dsp:cNvSpPr/>
      </dsp:nvSpPr>
      <dsp:spPr>
        <a:xfrm>
          <a:off x="328612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286125" y="1413103"/>
        <a:ext cx="195064" cy="195589"/>
      </dsp:txXfrm>
    </dsp:sp>
    <dsp:sp modelId="{00AD5CE7-0E6D-437A-8D75-821031B3E936}">
      <dsp:nvSpPr>
        <dsp:cNvPr id="0" name=""/>
        <dsp:cNvSpPr/>
      </dsp:nvSpPr>
      <dsp:spPr>
        <a:xfrm>
          <a:off x="368046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扩增</a:t>
          </a:r>
          <a:endParaRPr lang="en-US" sz="2100" kern="1200" dirty="0"/>
        </a:p>
      </dsp:txBody>
      <dsp:txXfrm>
        <a:off x="3703559" y="1139662"/>
        <a:ext cx="1268251" cy="742472"/>
      </dsp:txXfrm>
    </dsp:sp>
    <dsp:sp modelId="{179D179B-B0F4-4DFC-B05F-8ABF3A19DBAC}">
      <dsp:nvSpPr>
        <dsp:cNvPr id="0" name=""/>
        <dsp:cNvSpPr/>
      </dsp:nvSpPr>
      <dsp:spPr>
        <a:xfrm>
          <a:off x="512635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126355" y="1413103"/>
        <a:ext cx="195064" cy="195589"/>
      </dsp:txXfrm>
    </dsp:sp>
    <dsp:sp modelId="{A37084A3-808A-4CC0-A45F-C08F19F43A6A}">
      <dsp:nvSpPr>
        <dsp:cNvPr id="0" name=""/>
        <dsp:cNvSpPr/>
      </dsp:nvSpPr>
      <dsp:spPr>
        <a:xfrm>
          <a:off x="552069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建库</a:t>
          </a:r>
          <a:endParaRPr lang="en-US" sz="2100" kern="1200" dirty="0"/>
        </a:p>
      </dsp:txBody>
      <dsp:txXfrm>
        <a:off x="5543789" y="1139662"/>
        <a:ext cx="1268251" cy="742472"/>
      </dsp:txXfrm>
    </dsp:sp>
    <dsp:sp modelId="{E46D893E-E50A-4311-911D-356AC810AFBD}">
      <dsp:nvSpPr>
        <dsp:cNvPr id="0" name=""/>
        <dsp:cNvSpPr/>
      </dsp:nvSpPr>
      <dsp:spPr>
        <a:xfrm>
          <a:off x="696658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966585" y="1413103"/>
        <a:ext cx="195064" cy="195589"/>
      </dsp:txXfrm>
    </dsp:sp>
    <dsp:sp modelId="{32B1B15D-3D33-44A7-BC99-69DAD0C741F6}">
      <dsp:nvSpPr>
        <dsp:cNvPr id="0" name=""/>
        <dsp:cNvSpPr/>
      </dsp:nvSpPr>
      <dsp:spPr>
        <a:xfrm>
          <a:off x="736092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测序</a:t>
          </a:r>
          <a:endParaRPr lang="en-US" sz="2100" kern="1200" dirty="0"/>
        </a:p>
      </dsp:txBody>
      <dsp:txXfrm>
        <a:off x="7384019" y="1139662"/>
        <a:ext cx="1268251" cy="742472"/>
      </dsp:txXfrm>
    </dsp:sp>
    <dsp:sp modelId="{0D2B917C-F4CA-4190-B72B-120607230A09}">
      <dsp:nvSpPr>
        <dsp:cNvPr id="0" name=""/>
        <dsp:cNvSpPr/>
      </dsp:nvSpPr>
      <dsp:spPr>
        <a:xfrm>
          <a:off x="8806814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6814" y="1413103"/>
        <a:ext cx="195064" cy="195589"/>
      </dsp:txXfrm>
    </dsp:sp>
    <dsp:sp modelId="{F0203A42-C96B-41FD-9178-D9B2FD3CAB55}">
      <dsp:nvSpPr>
        <dsp:cNvPr id="0" name=""/>
        <dsp:cNvSpPr/>
      </dsp:nvSpPr>
      <dsp:spPr>
        <a:xfrm>
          <a:off x="9201149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报告</a:t>
          </a:r>
          <a:endParaRPr lang="en-US" sz="2100" kern="1200" dirty="0"/>
        </a:p>
      </dsp:txBody>
      <dsp:txXfrm>
        <a:off x="9224248" y="1139662"/>
        <a:ext cx="1268251" cy="7424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D31D5-1233-42E8-9A28-228717A358A2}">
      <dsp:nvSpPr>
        <dsp:cNvPr id="0" name=""/>
        <dsp:cNvSpPr/>
      </dsp:nvSpPr>
      <dsp:spPr>
        <a:xfrm>
          <a:off x="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收样</a:t>
          </a:r>
          <a:endParaRPr lang="en-US" sz="2100" kern="1200" dirty="0"/>
        </a:p>
      </dsp:txBody>
      <dsp:txXfrm>
        <a:off x="23099" y="1139662"/>
        <a:ext cx="1268251" cy="742472"/>
      </dsp:txXfrm>
    </dsp:sp>
    <dsp:sp modelId="{265004C8-0662-45D2-8E9B-9FCF457CCE00}">
      <dsp:nvSpPr>
        <dsp:cNvPr id="0" name=""/>
        <dsp:cNvSpPr/>
      </dsp:nvSpPr>
      <dsp:spPr>
        <a:xfrm>
          <a:off x="144589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445895" y="1413103"/>
        <a:ext cx="195064" cy="195589"/>
      </dsp:txXfrm>
    </dsp:sp>
    <dsp:sp modelId="{741E2BBD-7A34-4DFF-B902-60596E7A3B1C}">
      <dsp:nvSpPr>
        <dsp:cNvPr id="0" name=""/>
        <dsp:cNvSpPr/>
      </dsp:nvSpPr>
      <dsp:spPr>
        <a:xfrm>
          <a:off x="184023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核酸提取</a:t>
          </a:r>
          <a:endParaRPr lang="en-US" sz="2100" kern="1200" dirty="0"/>
        </a:p>
      </dsp:txBody>
      <dsp:txXfrm>
        <a:off x="1863329" y="1139662"/>
        <a:ext cx="1268251" cy="742472"/>
      </dsp:txXfrm>
    </dsp:sp>
    <dsp:sp modelId="{166C6BF4-A0CC-4DAC-B224-B3999C9E0CD6}">
      <dsp:nvSpPr>
        <dsp:cNvPr id="0" name=""/>
        <dsp:cNvSpPr/>
      </dsp:nvSpPr>
      <dsp:spPr>
        <a:xfrm>
          <a:off x="328612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286125" y="1413103"/>
        <a:ext cx="195064" cy="195589"/>
      </dsp:txXfrm>
    </dsp:sp>
    <dsp:sp modelId="{00AD5CE7-0E6D-437A-8D75-821031B3E936}">
      <dsp:nvSpPr>
        <dsp:cNvPr id="0" name=""/>
        <dsp:cNvSpPr/>
      </dsp:nvSpPr>
      <dsp:spPr>
        <a:xfrm>
          <a:off x="368046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扩增</a:t>
          </a:r>
          <a:endParaRPr lang="en-US" sz="2100" kern="1200" dirty="0"/>
        </a:p>
      </dsp:txBody>
      <dsp:txXfrm>
        <a:off x="3703559" y="1139662"/>
        <a:ext cx="1268251" cy="742472"/>
      </dsp:txXfrm>
    </dsp:sp>
    <dsp:sp modelId="{179D179B-B0F4-4DFC-B05F-8ABF3A19DBAC}">
      <dsp:nvSpPr>
        <dsp:cNvPr id="0" name=""/>
        <dsp:cNvSpPr/>
      </dsp:nvSpPr>
      <dsp:spPr>
        <a:xfrm>
          <a:off x="512635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126355" y="1413103"/>
        <a:ext cx="195064" cy="195589"/>
      </dsp:txXfrm>
    </dsp:sp>
    <dsp:sp modelId="{A37084A3-808A-4CC0-A45F-C08F19F43A6A}">
      <dsp:nvSpPr>
        <dsp:cNvPr id="0" name=""/>
        <dsp:cNvSpPr/>
      </dsp:nvSpPr>
      <dsp:spPr>
        <a:xfrm>
          <a:off x="552069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建库</a:t>
          </a:r>
          <a:endParaRPr lang="en-US" sz="2100" kern="1200" dirty="0"/>
        </a:p>
      </dsp:txBody>
      <dsp:txXfrm>
        <a:off x="5543789" y="1139662"/>
        <a:ext cx="1268251" cy="742472"/>
      </dsp:txXfrm>
    </dsp:sp>
    <dsp:sp modelId="{E46D893E-E50A-4311-911D-356AC810AFBD}">
      <dsp:nvSpPr>
        <dsp:cNvPr id="0" name=""/>
        <dsp:cNvSpPr/>
      </dsp:nvSpPr>
      <dsp:spPr>
        <a:xfrm>
          <a:off x="696658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966585" y="1413103"/>
        <a:ext cx="195064" cy="195589"/>
      </dsp:txXfrm>
    </dsp:sp>
    <dsp:sp modelId="{32B1B15D-3D33-44A7-BC99-69DAD0C741F6}">
      <dsp:nvSpPr>
        <dsp:cNvPr id="0" name=""/>
        <dsp:cNvSpPr/>
      </dsp:nvSpPr>
      <dsp:spPr>
        <a:xfrm>
          <a:off x="736092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测序</a:t>
          </a:r>
          <a:endParaRPr lang="en-US" sz="2100" kern="1200" dirty="0"/>
        </a:p>
      </dsp:txBody>
      <dsp:txXfrm>
        <a:off x="7384019" y="1139662"/>
        <a:ext cx="1268251" cy="742472"/>
      </dsp:txXfrm>
    </dsp:sp>
    <dsp:sp modelId="{0D2B917C-F4CA-4190-B72B-120607230A09}">
      <dsp:nvSpPr>
        <dsp:cNvPr id="0" name=""/>
        <dsp:cNvSpPr/>
      </dsp:nvSpPr>
      <dsp:spPr>
        <a:xfrm>
          <a:off x="8806814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6814" y="1413103"/>
        <a:ext cx="195064" cy="195589"/>
      </dsp:txXfrm>
    </dsp:sp>
    <dsp:sp modelId="{F0203A42-C96B-41FD-9178-D9B2FD3CAB55}">
      <dsp:nvSpPr>
        <dsp:cNvPr id="0" name=""/>
        <dsp:cNvSpPr/>
      </dsp:nvSpPr>
      <dsp:spPr>
        <a:xfrm>
          <a:off x="9201149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报告</a:t>
          </a:r>
          <a:endParaRPr lang="en-US" sz="2100" kern="1200" dirty="0"/>
        </a:p>
      </dsp:txBody>
      <dsp:txXfrm>
        <a:off x="9224248" y="1139662"/>
        <a:ext cx="1268251" cy="7424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D31D5-1233-42E8-9A28-228717A358A2}">
      <dsp:nvSpPr>
        <dsp:cNvPr id="0" name=""/>
        <dsp:cNvSpPr/>
      </dsp:nvSpPr>
      <dsp:spPr>
        <a:xfrm>
          <a:off x="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收样</a:t>
          </a:r>
          <a:endParaRPr lang="en-US" sz="2100" kern="1200" dirty="0"/>
        </a:p>
      </dsp:txBody>
      <dsp:txXfrm>
        <a:off x="23099" y="1139662"/>
        <a:ext cx="1268251" cy="742472"/>
      </dsp:txXfrm>
    </dsp:sp>
    <dsp:sp modelId="{265004C8-0662-45D2-8E9B-9FCF457CCE00}">
      <dsp:nvSpPr>
        <dsp:cNvPr id="0" name=""/>
        <dsp:cNvSpPr/>
      </dsp:nvSpPr>
      <dsp:spPr>
        <a:xfrm>
          <a:off x="144589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445895" y="1413103"/>
        <a:ext cx="195064" cy="195589"/>
      </dsp:txXfrm>
    </dsp:sp>
    <dsp:sp modelId="{741E2BBD-7A34-4DFF-B902-60596E7A3B1C}">
      <dsp:nvSpPr>
        <dsp:cNvPr id="0" name=""/>
        <dsp:cNvSpPr/>
      </dsp:nvSpPr>
      <dsp:spPr>
        <a:xfrm>
          <a:off x="184023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核酸提取</a:t>
          </a:r>
          <a:endParaRPr lang="en-US" sz="2100" kern="1200" dirty="0"/>
        </a:p>
      </dsp:txBody>
      <dsp:txXfrm>
        <a:off x="1863329" y="1139662"/>
        <a:ext cx="1268251" cy="742472"/>
      </dsp:txXfrm>
    </dsp:sp>
    <dsp:sp modelId="{166C6BF4-A0CC-4DAC-B224-B3999C9E0CD6}">
      <dsp:nvSpPr>
        <dsp:cNvPr id="0" name=""/>
        <dsp:cNvSpPr/>
      </dsp:nvSpPr>
      <dsp:spPr>
        <a:xfrm>
          <a:off x="328612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286125" y="1413103"/>
        <a:ext cx="195064" cy="195589"/>
      </dsp:txXfrm>
    </dsp:sp>
    <dsp:sp modelId="{00AD5CE7-0E6D-437A-8D75-821031B3E936}">
      <dsp:nvSpPr>
        <dsp:cNvPr id="0" name=""/>
        <dsp:cNvSpPr/>
      </dsp:nvSpPr>
      <dsp:spPr>
        <a:xfrm>
          <a:off x="368046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扩增</a:t>
          </a:r>
          <a:endParaRPr lang="en-US" sz="2100" kern="1200" dirty="0"/>
        </a:p>
      </dsp:txBody>
      <dsp:txXfrm>
        <a:off x="3703559" y="1139662"/>
        <a:ext cx="1268251" cy="742472"/>
      </dsp:txXfrm>
    </dsp:sp>
    <dsp:sp modelId="{179D179B-B0F4-4DFC-B05F-8ABF3A19DBAC}">
      <dsp:nvSpPr>
        <dsp:cNvPr id="0" name=""/>
        <dsp:cNvSpPr/>
      </dsp:nvSpPr>
      <dsp:spPr>
        <a:xfrm>
          <a:off x="512635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126355" y="1413103"/>
        <a:ext cx="195064" cy="195589"/>
      </dsp:txXfrm>
    </dsp:sp>
    <dsp:sp modelId="{A37084A3-808A-4CC0-A45F-C08F19F43A6A}">
      <dsp:nvSpPr>
        <dsp:cNvPr id="0" name=""/>
        <dsp:cNvSpPr/>
      </dsp:nvSpPr>
      <dsp:spPr>
        <a:xfrm>
          <a:off x="552069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建库</a:t>
          </a:r>
          <a:endParaRPr lang="en-US" sz="2100" kern="1200" dirty="0"/>
        </a:p>
      </dsp:txBody>
      <dsp:txXfrm>
        <a:off x="5543789" y="1139662"/>
        <a:ext cx="1268251" cy="742472"/>
      </dsp:txXfrm>
    </dsp:sp>
    <dsp:sp modelId="{E46D893E-E50A-4311-911D-356AC810AFBD}">
      <dsp:nvSpPr>
        <dsp:cNvPr id="0" name=""/>
        <dsp:cNvSpPr/>
      </dsp:nvSpPr>
      <dsp:spPr>
        <a:xfrm>
          <a:off x="696658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966585" y="1413103"/>
        <a:ext cx="195064" cy="195589"/>
      </dsp:txXfrm>
    </dsp:sp>
    <dsp:sp modelId="{32B1B15D-3D33-44A7-BC99-69DAD0C741F6}">
      <dsp:nvSpPr>
        <dsp:cNvPr id="0" name=""/>
        <dsp:cNvSpPr/>
      </dsp:nvSpPr>
      <dsp:spPr>
        <a:xfrm>
          <a:off x="736092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测序</a:t>
          </a:r>
          <a:endParaRPr lang="en-US" sz="2100" kern="1200" dirty="0"/>
        </a:p>
      </dsp:txBody>
      <dsp:txXfrm>
        <a:off x="7384019" y="1139662"/>
        <a:ext cx="1268251" cy="742472"/>
      </dsp:txXfrm>
    </dsp:sp>
    <dsp:sp modelId="{0D2B917C-F4CA-4190-B72B-120607230A09}">
      <dsp:nvSpPr>
        <dsp:cNvPr id="0" name=""/>
        <dsp:cNvSpPr/>
      </dsp:nvSpPr>
      <dsp:spPr>
        <a:xfrm>
          <a:off x="8806814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6814" y="1413103"/>
        <a:ext cx="195064" cy="195589"/>
      </dsp:txXfrm>
    </dsp:sp>
    <dsp:sp modelId="{F0203A42-C96B-41FD-9178-D9B2FD3CAB55}">
      <dsp:nvSpPr>
        <dsp:cNvPr id="0" name=""/>
        <dsp:cNvSpPr/>
      </dsp:nvSpPr>
      <dsp:spPr>
        <a:xfrm>
          <a:off x="9201149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报告</a:t>
          </a:r>
          <a:endParaRPr lang="en-US" sz="2100" kern="1200" dirty="0"/>
        </a:p>
      </dsp:txBody>
      <dsp:txXfrm>
        <a:off x="9224248" y="1139662"/>
        <a:ext cx="1268251" cy="7424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D31D5-1233-42E8-9A28-228717A358A2}">
      <dsp:nvSpPr>
        <dsp:cNvPr id="0" name=""/>
        <dsp:cNvSpPr/>
      </dsp:nvSpPr>
      <dsp:spPr>
        <a:xfrm>
          <a:off x="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收样</a:t>
          </a:r>
          <a:endParaRPr lang="en-US" sz="2100" kern="1200" dirty="0"/>
        </a:p>
      </dsp:txBody>
      <dsp:txXfrm>
        <a:off x="23099" y="1139662"/>
        <a:ext cx="1268251" cy="742472"/>
      </dsp:txXfrm>
    </dsp:sp>
    <dsp:sp modelId="{265004C8-0662-45D2-8E9B-9FCF457CCE00}">
      <dsp:nvSpPr>
        <dsp:cNvPr id="0" name=""/>
        <dsp:cNvSpPr/>
      </dsp:nvSpPr>
      <dsp:spPr>
        <a:xfrm>
          <a:off x="144589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445895" y="1413103"/>
        <a:ext cx="195064" cy="195589"/>
      </dsp:txXfrm>
    </dsp:sp>
    <dsp:sp modelId="{741E2BBD-7A34-4DFF-B902-60596E7A3B1C}">
      <dsp:nvSpPr>
        <dsp:cNvPr id="0" name=""/>
        <dsp:cNvSpPr/>
      </dsp:nvSpPr>
      <dsp:spPr>
        <a:xfrm>
          <a:off x="184023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核酸提取</a:t>
          </a:r>
          <a:endParaRPr lang="en-US" sz="2100" kern="1200" dirty="0"/>
        </a:p>
      </dsp:txBody>
      <dsp:txXfrm>
        <a:off x="1863329" y="1139662"/>
        <a:ext cx="1268251" cy="742472"/>
      </dsp:txXfrm>
    </dsp:sp>
    <dsp:sp modelId="{166C6BF4-A0CC-4DAC-B224-B3999C9E0CD6}">
      <dsp:nvSpPr>
        <dsp:cNvPr id="0" name=""/>
        <dsp:cNvSpPr/>
      </dsp:nvSpPr>
      <dsp:spPr>
        <a:xfrm>
          <a:off x="328612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286125" y="1413103"/>
        <a:ext cx="195064" cy="195589"/>
      </dsp:txXfrm>
    </dsp:sp>
    <dsp:sp modelId="{00AD5CE7-0E6D-437A-8D75-821031B3E936}">
      <dsp:nvSpPr>
        <dsp:cNvPr id="0" name=""/>
        <dsp:cNvSpPr/>
      </dsp:nvSpPr>
      <dsp:spPr>
        <a:xfrm>
          <a:off x="368046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扩增</a:t>
          </a:r>
          <a:endParaRPr lang="en-US" sz="2100" kern="1200" dirty="0"/>
        </a:p>
      </dsp:txBody>
      <dsp:txXfrm>
        <a:off x="3703559" y="1139662"/>
        <a:ext cx="1268251" cy="742472"/>
      </dsp:txXfrm>
    </dsp:sp>
    <dsp:sp modelId="{179D179B-B0F4-4DFC-B05F-8ABF3A19DBAC}">
      <dsp:nvSpPr>
        <dsp:cNvPr id="0" name=""/>
        <dsp:cNvSpPr/>
      </dsp:nvSpPr>
      <dsp:spPr>
        <a:xfrm>
          <a:off x="512635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126355" y="1413103"/>
        <a:ext cx="195064" cy="195589"/>
      </dsp:txXfrm>
    </dsp:sp>
    <dsp:sp modelId="{A37084A3-808A-4CC0-A45F-C08F19F43A6A}">
      <dsp:nvSpPr>
        <dsp:cNvPr id="0" name=""/>
        <dsp:cNvSpPr/>
      </dsp:nvSpPr>
      <dsp:spPr>
        <a:xfrm>
          <a:off x="552069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建库</a:t>
          </a:r>
          <a:endParaRPr lang="en-US" sz="2100" kern="1200" dirty="0"/>
        </a:p>
      </dsp:txBody>
      <dsp:txXfrm>
        <a:off x="5543789" y="1139662"/>
        <a:ext cx="1268251" cy="742472"/>
      </dsp:txXfrm>
    </dsp:sp>
    <dsp:sp modelId="{E46D893E-E50A-4311-911D-356AC810AFBD}">
      <dsp:nvSpPr>
        <dsp:cNvPr id="0" name=""/>
        <dsp:cNvSpPr/>
      </dsp:nvSpPr>
      <dsp:spPr>
        <a:xfrm>
          <a:off x="6966585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966585" y="1413103"/>
        <a:ext cx="195064" cy="195589"/>
      </dsp:txXfrm>
    </dsp:sp>
    <dsp:sp modelId="{32B1B15D-3D33-44A7-BC99-69DAD0C741F6}">
      <dsp:nvSpPr>
        <dsp:cNvPr id="0" name=""/>
        <dsp:cNvSpPr/>
      </dsp:nvSpPr>
      <dsp:spPr>
        <a:xfrm>
          <a:off x="7360920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测序</a:t>
          </a:r>
          <a:endParaRPr lang="en-US" sz="2100" kern="1200" dirty="0"/>
        </a:p>
      </dsp:txBody>
      <dsp:txXfrm>
        <a:off x="7384019" y="1139662"/>
        <a:ext cx="1268251" cy="742472"/>
      </dsp:txXfrm>
    </dsp:sp>
    <dsp:sp modelId="{0D2B917C-F4CA-4190-B72B-120607230A09}">
      <dsp:nvSpPr>
        <dsp:cNvPr id="0" name=""/>
        <dsp:cNvSpPr/>
      </dsp:nvSpPr>
      <dsp:spPr>
        <a:xfrm>
          <a:off x="8806814" y="1347906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6814" y="1413103"/>
        <a:ext cx="195064" cy="195589"/>
      </dsp:txXfrm>
    </dsp:sp>
    <dsp:sp modelId="{F0203A42-C96B-41FD-9178-D9B2FD3CAB55}">
      <dsp:nvSpPr>
        <dsp:cNvPr id="0" name=""/>
        <dsp:cNvSpPr/>
      </dsp:nvSpPr>
      <dsp:spPr>
        <a:xfrm>
          <a:off x="9201149" y="1116563"/>
          <a:ext cx="1314449" cy="788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报告</a:t>
          </a:r>
          <a:endParaRPr lang="en-US" sz="2100" kern="1200" dirty="0"/>
        </a:p>
      </dsp:txBody>
      <dsp:txXfrm>
        <a:off x="9224248" y="1139662"/>
        <a:ext cx="1268251" cy="7424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23A0-E411-48C5-B7C4-40C92CB76887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36267-8C37-4D07-A9E6-6E39B72EA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809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23A0-E411-48C5-B7C4-40C92CB76887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36267-8C37-4D07-A9E6-6E39B72EA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00856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23A0-E411-48C5-B7C4-40C92CB76887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36267-8C37-4D07-A9E6-6E39B72EA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7461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23A0-E411-48C5-B7C4-40C92CB76887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36267-8C37-4D07-A9E6-6E39B72EA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152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23A0-E411-48C5-B7C4-40C92CB76887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36267-8C37-4D07-A9E6-6E39B72EA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8151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23A0-E411-48C5-B7C4-40C92CB76887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36267-8C37-4D07-A9E6-6E39B72EA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5234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23A0-E411-48C5-B7C4-40C92CB76887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36267-8C37-4D07-A9E6-6E39B72EA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353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23A0-E411-48C5-B7C4-40C92CB76887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36267-8C37-4D07-A9E6-6E39B72EA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843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23A0-E411-48C5-B7C4-40C92CB76887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36267-8C37-4D07-A9E6-6E39B72EA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413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23A0-E411-48C5-B7C4-40C92CB76887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36267-8C37-4D07-A9E6-6E39B72EA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535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23A0-E411-48C5-B7C4-40C92CB76887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36267-8C37-4D07-A9E6-6E39B72EA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731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323A0-E411-48C5-B7C4-40C92CB76887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36267-8C37-4D07-A9E6-6E39B72EA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017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医</a:t>
            </a:r>
            <a:r>
              <a:rPr lang="zh-CN" altLang="en-US" dirty="0"/>
              <a:t>检所样本及流程管理</a:t>
            </a:r>
            <a:r>
              <a:rPr lang="en-US" altLang="zh-CN" dirty="0"/>
              <a:t>LIMS</a:t>
            </a:r>
            <a:r>
              <a:rPr lang="zh-CN" altLang="en-US" dirty="0"/>
              <a:t>系统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6041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医检所</a:t>
            </a:r>
            <a:r>
              <a:rPr lang="en-US" altLang="zh-CN" dirty="0"/>
              <a:t>NGS</a:t>
            </a:r>
            <a:r>
              <a:rPr lang="zh-CN" altLang="en-US" dirty="0"/>
              <a:t>检测流程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3669638"/>
              </p:ext>
            </p:extLst>
          </p:nvPr>
        </p:nvGraphicFramePr>
        <p:xfrm>
          <a:off x="838200" y="2277322"/>
          <a:ext cx="10515600" cy="3021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8518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样本及流程管理</a:t>
            </a:r>
            <a:r>
              <a:rPr lang="en-US" altLang="zh-CN" dirty="0"/>
              <a:t>LIMS</a:t>
            </a:r>
            <a:r>
              <a:rPr lang="zh-CN" altLang="en-US" dirty="0"/>
              <a:t>系统要求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4136508"/>
              </p:ext>
            </p:extLst>
          </p:nvPr>
        </p:nvGraphicFramePr>
        <p:xfrm>
          <a:off x="838200" y="2505721"/>
          <a:ext cx="10515600" cy="3021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ight Brace 2"/>
          <p:cNvSpPr/>
          <p:nvPr/>
        </p:nvSpPr>
        <p:spPr>
          <a:xfrm rot="5400000">
            <a:off x="5120090" y="509212"/>
            <a:ext cx="148728" cy="862621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142349" y="5039814"/>
            <a:ext cx="24331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样本管理：</a:t>
            </a:r>
          </a:p>
          <a:p>
            <a:pPr algn="ctr"/>
            <a:endParaRPr lang="zh-CN" altLang="en-US" sz="2400" dirty="0"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+mj-ea"/>
                <a:ea typeface="+mj-ea"/>
              </a:rPr>
              <a:t>样本基本信息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+mj-ea"/>
                <a:ea typeface="+mj-ea"/>
              </a:rPr>
              <a:t>多时间点取样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+mj-ea"/>
                <a:ea typeface="+mj-ea"/>
              </a:rPr>
              <a:t>多项目管理</a:t>
            </a:r>
          </a:p>
        </p:txBody>
      </p:sp>
      <p:sp>
        <p:nvSpPr>
          <p:cNvPr id="6" name="Right Brace 5"/>
          <p:cNvSpPr/>
          <p:nvPr/>
        </p:nvSpPr>
        <p:spPr>
          <a:xfrm rot="5400000" flipH="1" flipV="1">
            <a:off x="6032655" y="-2000796"/>
            <a:ext cx="130364" cy="10432976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573882" y="1708569"/>
            <a:ext cx="236766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j-ea"/>
                <a:ea typeface="+mj-ea"/>
              </a:rPr>
              <a:t>流程管理：</a:t>
            </a:r>
            <a:endParaRPr lang="en-US" altLang="zh-CN" sz="2400" dirty="0">
              <a:latin typeface="+mj-ea"/>
              <a:ea typeface="+mj-ea"/>
            </a:endParaRPr>
          </a:p>
          <a:p>
            <a:endParaRPr lang="en-US" altLang="zh-CN" dirty="0"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+mj-ea"/>
                <a:ea typeface="+mj-ea"/>
              </a:rPr>
              <a:t>工单分配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+mj-ea"/>
                <a:ea typeface="+mj-ea"/>
              </a:rPr>
              <a:t>整体进度</a:t>
            </a:r>
            <a:endParaRPr lang="en-US" altLang="zh-CN" sz="1600" dirty="0">
              <a:latin typeface="+mj-ea"/>
              <a:ea typeface="+mj-ea"/>
            </a:endParaRPr>
          </a:p>
          <a:p>
            <a:endParaRPr lang="en-US" dirty="0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87895" y="1815149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流程管理主要作用为确保及时交付结果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90167" y="5120237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样本管理主要作用为确保结果准确度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47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样本及流程管理</a:t>
            </a:r>
            <a:r>
              <a:rPr lang="en-US" altLang="zh-CN" dirty="0"/>
              <a:t>LIMS</a:t>
            </a:r>
            <a:r>
              <a:rPr lang="zh-CN" altLang="en-US" dirty="0"/>
              <a:t>系统现状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9217632"/>
              </p:ext>
            </p:extLst>
          </p:nvPr>
        </p:nvGraphicFramePr>
        <p:xfrm>
          <a:off x="838200" y="2505721"/>
          <a:ext cx="10515600" cy="3021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ight Brace 2"/>
          <p:cNvSpPr/>
          <p:nvPr/>
        </p:nvSpPr>
        <p:spPr>
          <a:xfrm rot="5400000">
            <a:off x="5120090" y="509212"/>
            <a:ext cx="148728" cy="862621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886097" y="5053463"/>
            <a:ext cx="301752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样本管理：</a:t>
            </a:r>
            <a:endParaRPr lang="en-US" altLang="zh-CN" sz="2400" dirty="0"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dirty="0"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样本基本信息  </a:t>
            </a:r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</a:rPr>
              <a:t>（需增加功能）</a:t>
            </a:r>
            <a:endParaRPr lang="en-US" altLang="zh-CN" sz="14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+mj-ea"/>
                <a:ea typeface="+mj-ea"/>
              </a:rPr>
              <a:t>多时间点取样 </a:t>
            </a:r>
            <a:r>
              <a:rPr lang="zh-CN" altLang="en-US" sz="1400" dirty="0">
                <a:latin typeface="+mj-ea"/>
                <a:ea typeface="+mj-ea"/>
              </a:rPr>
              <a:t> （已有</a:t>
            </a:r>
            <a:r>
              <a:rPr lang="en-US" altLang="zh-CN" sz="1400" dirty="0">
                <a:latin typeface="+mj-ea"/>
                <a:ea typeface="+mj-ea"/>
              </a:rPr>
              <a:t>) 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+mj-ea"/>
                <a:ea typeface="+mj-ea"/>
              </a:rPr>
              <a:t>多项目管理    </a:t>
            </a:r>
            <a:r>
              <a:rPr lang="zh-CN" altLang="en-US" sz="1400" dirty="0">
                <a:latin typeface="+mj-ea"/>
                <a:ea typeface="+mj-ea"/>
              </a:rPr>
              <a:t>（已有）</a:t>
            </a:r>
            <a:endParaRPr lang="en-US" altLang="zh-CN" sz="1400" dirty="0">
              <a:latin typeface="+mj-ea"/>
              <a:ea typeface="+mj-ea"/>
            </a:endParaRPr>
          </a:p>
          <a:p>
            <a:pPr algn="ctr"/>
            <a:endParaRPr lang="en-US" dirty="0">
              <a:latin typeface="+mj-ea"/>
              <a:ea typeface="+mj-ea"/>
            </a:endParaRPr>
          </a:p>
        </p:txBody>
      </p:sp>
      <p:sp>
        <p:nvSpPr>
          <p:cNvPr id="6" name="Right Brace 5"/>
          <p:cNvSpPr/>
          <p:nvPr/>
        </p:nvSpPr>
        <p:spPr>
          <a:xfrm rot="5400000" flipH="1" flipV="1">
            <a:off x="6032655" y="-2000796"/>
            <a:ext cx="130364" cy="10432976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426465" y="1772770"/>
            <a:ext cx="283464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流程管理：</a:t>
            </a:r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  <a:sym typeface="Wingdings" panose="05000000000000000000" pitchFamily="2" charset="2"/>
              </a:rPr>
              <a:t>（需从头开发）</a:t>
            </a:r>
            <a:endParaRPr lang="en-US" altLang="zh-CN" sz="1400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en-US" altLang="zh-CN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工单分配</a:t>
            </a:r>
            <a:endParaRPr lang="en-US" altLang="zh-CN" sz="16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整体进度</a:t>
            </a:r>
            <a:endParaRPr lang="en-US" altLang="zh-CN" sz="1600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505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样本管理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样本管理主要目的为确保结果准确度</a:t>
            </a:r>
            <a:endParaRPr lang="en-US" altLang="zh-CN" dirty="0"/>
          </a:p>
          <a:p>
            <a:r>
              <a:rPr lang="zh-CN" altLang="en-US" dirty="0"/>
              <a:t>样本管理核心内容</a:t>
            </a:r>
            <a:endParaRPr lang="en-US" altLang="zh-CN" dirty="0"/>
          </a:p>
          <a:p>
            <a:pPr lvl="1"/>
            <a:r>
              <a:rPr lang="zh-CN" altLang="en-US" dirty="0"/>
              <a:t>记录每个产物（以试管为载体）基本信息</a:t>
            </a:r>
            <a:endParaRPr lang="en-US" altLang="zh-CN" dirty="0"/>
          </a:p>
          <a:p>
            <a:pPr lvl="1"/>
            <a:r>
              <a:rPr lang="zh-CN" altLang="en-US" dirty="0"/>
              <a:t>依逻辑（项目 和</a:t>
            </a:r>
            <a:r>
              <a:rPr lang="en-US" altLang="zh-CN" dirty="0"/>
              <a:t>/</a:t>
            </a:r>
            <a:r>
              <a:rPr lang="zh-CN" altLang="en-US" dirty="0"/>
              <a:t>或 产生顺序）关联“样本和产物”及“产物和产物”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856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样本基本信息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产物产量，质量，用量和存量</a:t>
            </a:r>
          </a:p>
          <a:p>
            <a:r>
              <a:rPr lang="zh-CN" altLang="en-US" dirty="0"/>
              <a:t>产物存量存储位置（如有）</a:t>
            </a:r>
            <a:endParaRPr lang="en-US" altLang="zh-CN" dirty="0"/>
          </a:p>
          <a:p>
            <a:r>
              <a:rPr lang="zh-CN" altLang="en-US" dirty="0"/>
              <a:t>经手人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产物依存性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组织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血液</a:t>
            </a:r>
            <a:r>
              <a:rPr lang="en-US" altLang="zh-CN" dirty="0">
                <a:solidFill>
                  <a:srgbClr val="FF0000"/>
                </a:solidFill>
              </a:rPr>
              <a:t> -- &gt; DNA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-- &gt; 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扩增产物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-- &gt; 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建库产物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--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&gt; 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测序产物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确保可追溯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70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样本管理的基础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7292" y="1825625"/>
            <a:ext cx="8106507" cy="4351338"/>
          </a:xfrm>
        </p:spPr>
        <p:txBody>
          <a:bodyPr/>
          <a:lstStyle/>
          <a:p>
            <a:r>
              <a:rPr lang="zh-CN" altLang="en-US" dirty="0"/>
              <a:t>带唯一编码的，可扫描的试管贴纸</a:t>
            </a:r>
            <a:endParaRPr lang="en-US" altLang="zh-CN" dirty="0"/>
          </a:p>
          <a:p>
            <a:r>
              <a:rPr lang="zh-CN" altLang="en-US" dirty="0"/>
              <a:t>支持同个样本分装不同试管</a:t>
            </a:r>
            <a:endParaRPr lang="en-US" altLang="zh-CN" dirty="0"/>
          </a:p>
          <a:p>
            <a:r>
              <a:rPr lang="zh-CN" altLang="en-US" dirty="0"/>
              <a:t>实现“全程精确到试管”的管理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2" descr="C:\Users\sci11168\AppData\Local\Microsoft\Windows\Temporary Internet Files\Content.Outlook\ARGJ0E49\WP_00037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86" t="26257" r="11593" b="11732"/>
          <a:stretch/>
        </p:blipFill>
        <p:spPr bwMode="auto">
          <a:xfrm>
            <a:off x="961292" y="1832824"/>
            <a:ext cx="2074985" cy="260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033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已有功能展示 </a:t>
            </a:r>
            <a:r>
              <a:rPr lang="en-US" altLang="zh-CN" dirty="0"/>
              <a:t>--</a:t>
            </a:r>
            <a:r>
              <a:rPr lang="zh-CN" altLang="en-US" dirty="0"/>
              <a:t> 样本基本信息</a:t>
            </a:r>
            <a:endParaRPr lang="en-SG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01" y="1841178"/>
            <a:ext cx="10899308" cy="37770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218146" y="3675125"/>
            <a:ext cx="6495347" cy="2930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852246" y="5618257"/>
            <a:ext cx="1015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支持记录经手人，产量，质量，余量及产物存储位置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795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多时间点取样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对某些应用，如疗效监控，同一病人需要多次取样</a:t>
            </a:r>
            <a:endParaRPr lang="en-US" altLang="zh-CN" dirty="0"/>
          </a:p>
          <a:p>
            <a:r>
              <a:rPr lang="zh-CN" altLang="en-US" dirty="0"/>
              <a:t>支持多时间点取样以便对比结果或对多次结果综合分析</a:t>
            </a: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341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已有功能展示 </a:t>
            </a:r>
            <a:r>
              <a:rPr lang="en-US" altLang="zh-CN" dirty="0"/>
              <a:t>--</a:t>
            </a:r>
            <a:r>
              <a:rPr lang="zh-CN" altLang="en-US" dirty="0"/>
              <a:t> 多时间点取样</a:t>
            </a:r>
            <a:endParaRPr lang="en-SG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01" y="1841178"/>
            <a:ext cx="10899308" cy="37770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3216925" y="3093974"/>
            <a:ext cx="3327094" cy="2930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852246" y="5618257"/>
            <a:ext cx="1015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系统支持同一病人多个时间点（精确到日期）取样，有效避免混淆。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385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多项目管理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需按委托单位（不同医院）甚至委托部门（不同科室）进行项目划分</a:t>
            </a:r>
            <a:endParaRPr lang="en-US" altLang="zh-CN" dirty="0"/>
          </a:p>
          <a:p>
            <a:r>
              <a:rPr lang="zh-CN" altLang="en-US" dirty="0"/>
              <a:t>每个项目可独立核算</a:t>
            </a:r>
            <a:endParaRPr lang="en-US" altLang="zh-CN" dirty="0"/>
          </a:p>
          <a:p>
            <a:r>
              <a:rPr lang="zh-CN" altLang="en-US" dirty="0"/>
              <a:t>每个项目实现精确到用户的权限管理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201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已有功能展示 </a:t>
            </a:r>
            <a:r>
              <a:rPr lang="en-US" altLang="zh-CN" dirty="0"/>
              <a:t>--</a:t>
            </a:r>
            <a:r>
              <a:rPr lang="zh-CN" altLang="en-US" dirty="0"/>
              <a:t> 多项目管理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01" y="1841178"/>
            <a:ext cx="10899308" cy="37770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938969" y="3093974"/>
            <a:ext cx="1299990" cy="2930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852246" y="5618257"/>
            <a:ext cx="1015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根据不同条件（如科室）划分“</a:t>
            </a:r>
            <a:r>
              <a:rPr lang="en-US" altLang="zh-CN" dirty="0">
                <a:solidFill>
                  <a:srgbClr val="FF0000"/>
                </a:solidFill>
              </a:rPr>
              <a:t>Project</a:t>
            </a:r>
            <a:r>
              <a:rPr lang="zh-CN" altLang="en-US" dirty="0">
                <a:solidFill>
                  <a:srgbClr val="FF0000"/>
                </a:solidFill>
              </a:rPr>
              <a:t>”，不同用户可</a:t>
            </a:r>
            <a:r>
              <a:rPr lang="en-US" altLang="zh-CN" dirty="0">
                <a:solidFill>
                  <a:srgbClr val="FF0000"/>
                </a:solidFill>
              </a:rPr>
              <a:t>access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en-US" altLang="zh-CN" dirty="0">
                <a:solidFill>
                  <a:srgbClr val="FF0000"/>
                </a:solidFill>
              </a:rPr>
              <a:t>Project</a:t>
            </a:r>
            <a:r>
              <a:rPr lang="zh-CN" altLang="en-US" dirty="0">
                <a:solidFill>
                  <a:srgbClr val="FF0000"/>
                </a:solidFill>
              </a:rPr>
              <a:t>不同，避免隐私泄露等问题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098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已有功能展示 </a:t>
            </a:r>
            <a:r>
              <a:rPr lang="en-US" altLang="zh-CN" dirty="0"/>
              <a:t>--</a:t>
            </a:r>
            <a:r>
              <a:rPr lang="zh-CN" altLang="en-US" dirty="0"/>
              <a:t> 多项目管理</a:t>
            </a:r>
            <a:endParaRPr lang="en-SG" dirty="0"/>
          </a:p>
        </p:txBody>
      </p:sp>
      <p:pic>
        <p:nvPicPr>
          <p:cNvPr id="3074" name="Picture 2" descr="C:\Users\sci11168\Desktop\PI_Repor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840" y="1701312"/>
            <a:ext cx="7216652" cy="43044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336128" y="4881658"/>
            <a:ext cx="23906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各项目可独立核算，支持细化到样本种类。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168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已有功能展示 </a:t>
            </a:r>
            <a:r>
              <a:rPr lang="en-US" altLang="zh-CN" dirty="0"/>
              <a:t>--</a:t>
            </a:r>
            <a:r>
              <a:rPr lang="zh-CN" altLang="en-US" dirty="0"/>
              <a:t> 可追溯性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7968" y="1887414"/>
            <a:ext cx="10722709" cy="29243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140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已有功能展示 </a:t>
            </a:r>
            <a:r>
              <a:rPr lang="en-US" altLang="zh-CN" dirty="0"/>
              <a:t>--</a:t>
            </a:r>
            <a:r>
              <a:rPr lang="zh-CN" altLang="en-US" dirty="0"/>
              <a:t> 可追溯性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64" y="1862871"/>
            <a:ext cx="11091489" cy="10092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26" y="3844803"/>
            <a:ext cx="7696200" cy="866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503" y="5506549"/>
            <a:ext cx="4476750" cy="885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 flipH="1">
            <a:off x="350226" y="2962141"/>
            <a:ext cx="5380873" cy="882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765961" y="2962141"/>
            <a:ext cx="280465" cy="882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7492504" y="2962141"/>
            <a:ext cx="2108696" cy="2544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0996246" y="2962141"/>
            <a:ext cx="973007" cy="2544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764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样本及流程管理</a:t>
            </a:r>
            <a:r>
              <a:rPr lang="en-US" altLang="zh-CN" dirty="0"/>
              <a:t>LIMS</a:t>
            </a:r>
            <a:r>
              <a:rPr lang="zh-CN" altLang="en-US" dirty="0"/>
              <a:t>系统开发计划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475190"/>
              </p:ext>
            </p:extLst>
          </p:nvPr>
        </p:nvGraphicFramePr>
        <p:xfrm>
          <a:off x="838200" y="2505721"/>
          <a:ext cx="10515600" cy="3021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ight Brace 2"/>
          <p:cNvSpPr/>
          <p:nvPr/>
        </p:nvSpPr>
        <p:spPr>
          <a:xfrm rot="5400000">
            <a:off x="5120090" y="509212"/>
            <a:ext cx="148728" cy="862621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886097" y="5053463"/>
            <a:ext cx="3108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样本管理：</a:t>
            </a:r>
            <a:endParaRPr lang="en-US" altLang="zh-CN" sz="2400" dirty="0"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dirty="0"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样本基本信息 </a:t>
            </a:r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</a:rPr>
              <a:t>（需新增功能）</a:t>
            </a:r>
            <a:endParaRPr lang="en-US" altLang="zh-CN" sz="14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+mj-ea"/>
                <a:ea typeface="+mj-ea"/>
              </a:rPr>
              <a:t>多时间点取样 </a:t>
            </a:r>
            <a:r>
              <a:rPr lang="zh-CN" altLang="en-US" sz="1400" dirty="0">
                <a:latin typeface="+mj-ea"/>
                <a:ea typeface="+mj-ea"/>
              </a:rPr>
              <a:t> （已有</a:t>
            </a:r>
            <a:r>
              <a:rPr lang="en-US" altLang="zh-CN" sz="1400" dirty="0">
                <a:latin typeface="+mj-ea"/>
                <a:ea typeface="+mj-ea"/>
              </a:rPr>
              <a:t>) </a:t>
            </a:r>
            <a:endParaRPr lang="en-US" altLang="zh-CN" sz="1600" dirty="0"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+mj-ea"/>
                <a:ea typeface="+mj-ea"/>
              </a:rPr>
              <a:t>多项目管理    </a:t>
            </a:r>
            <a:r>
              <a:rPr lang="zh-CN" altLang="en-US" sz="1400" dirty="0">
                <a:latin typeface="+mj-ea"/>
                <a:ea typeface="+mj-ea"/>
              </a:rPr>
              <a:t>（已有）</a:t>
            </a:r>
            <a:endParaRPr lang="en-US" altLang="zh-CN" sz="1400" dirty="0">
              <a:latin typeface="+mj-ea"/>
              <a:ea typeface="+mj-ea"/>
            </a:endParaRPr>
          </a:p>
          <a:p>
            <a:pPr algn="ctr"/>
            <a:endParaRPr lang="en-US" dirty="0">
              <a:latin typeface="+mj-ea"/>
              <a:ea typeface="+mj-ea"/>
            </a:endParaRPr>
          </a:p>
        </p:txBody>
      </p:sp>
      <p:sp>
        <p:nvSpPr>
          <p:cNvPr id="6" name="Right Brace 5"/>
          <p:cNvSpPr/>
          <p:nvPr/>
        </p:nvSpPr>
        <p:spPr>
          <a:xfrm rot="5400000" flipH="1" flipV="1">
            <a:off x="6032655" y="-2000796"/>
            <a:ext cx="130364" cy="10432976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426465" y="1772770"/>
            <a:ext cx="283464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流程管理：</a:t>
            </a:r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  <a:sym typeface="Wingdings" panose="05000000000000000000" pitchFamily="2" charset="2"/>
              </a:rPr>
              <a:t>（需从头开发）</a:t>
            </a:r>
            <a:endParaRPr lang="en-US" altLang="zh-CN" sz="1400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en-US" altLang="zh-CN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工单分配</a:t>
            </a:r>
            <a:endParaRPr lang="en-US" altLang="zh-CN" sz="16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整体进度</a:t>
            </a:r>
            <a:endParaRPr lang="en-US" altLang="zh-CN" sz="1600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57409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样本管理子系统新增功能开发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新增功能：在样本基本信息方向，需有效反映产物依存性</a:t>
            </a:r>
            <a:endParaRPr lang="en-US" altLang="zh-CN" dirty="0"/>
          </a:p>
          <a:p>
            <a:pPr lvl="1"/>
            <a:r>
              <a:rPr lang="zh-CN" altLang="en-US" dirty="0"/>
              <a:t>组织</a:t>
            </a:r>
            <a:r>
              <a:rPr lang="en-US" altLang="zh-CN" dirty="0"/>
              <a:t>/</a:t>
            </a:r>
            <a:r>
              <a:rPr lang="zh-CN" altLang="en-US" dirty="0"/>
              <a:t>血液</a:t>
            </a:r>
            <a:r>
              <a:rPr lang="en-US" altLang="zh-CN" dirty="0"/>
              <a:t> -- &gt; DNA</a:t>
            </a:r>
            <a:r>
              <a:rPr lang="zh-CN" altLang="en-US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-- &gt; </a:t>
            </a:r>
            <a:r>
              <a:rPr lang="zh-CN" altLang="en-US" dirty="0">
                <a:sym typeface="Wingdings" panose="05000000000000000000" pitchFamily="2" charset="2"/>
              </a:rPr>
              <a:t>扩增产物 </a:t>
            </a:r>
            <a:r>
              <a:rPr lang="en-US" altLang="zh-CN" dirty="0">
                <a:sym typeface="Wingdings" panose="05000000000000000000" pitchFamily="2" charset="2"/>
              </a:rPr>
              <a:t>-- &gt; </a:t>
            </a:r>
            <a:r>
              <a:rPr lang="zh-CN" altLang="en-US" dirty="0">
                <a:sym typeface="Wingdings" panose="05000000000000000000" pitchFamily="2" charset="2"/>
              </a:rPr>
              <a:t>建库产物 </a:t>
            </a:r>
            <a:r>
              <a:rPr lang="en-US" altLang="zh-CN" dirty="0">
                <a:sym typeface="Wingdings" panose="05000000000000000000" pitchFamily="2" charset="2"/>
              </a:rPr>
              <a:t>--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r>
              <a:rPr lang="en-US" altLang="zh-CN" dirty="0">
                <a:sym typeface="Wingdings" panose="05000000000000000000" pitchFamily="2" charset="2"/>
              </a:rPr>
              <a:t>&gt; </a:t>
            </a:r>
            <a:r>
              <a:rPr lang="zh-CN" altLang="en-US" dirty="0">
                <a:sym typeface="Wingdings" panose="05000000000000000000" pitchFamily="2" charset="2"/>
              </a:rPr>
              <a:t>测序产物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开发计划：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数据库层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需考虑如何修改现有设计来实现相应关系的存储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/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用户界面层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需改进现有界面以反映相应关系</a:t>
            </a:r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75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样本管理子系统新增功能开发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dirty="0"/>
          </a:p>
          <a:p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002" y="1785230"/>
            <a:ext cx="10546806" cy="34917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8349258" y="5458263"/>
            <a:ext cx="36061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24/08/2017</a:t>
            </a:r>
          </a:p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进度</a:t>
            </a: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：完成。</a:t>
            </a:r>
            <a:endParaRPr lang="en-US" altLang="zh-CN" sz="1400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解决方案</a:t>
            </a: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：衍生产物添加必须指定前级样本，确保可追溯性（例如，</a:t>
            </a:r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DNA</a:t>
            </a: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作为肿瘤组织的衍生产物，必须指定肿瘤组织来源）。</a:t>
            </a:r>
            <a:endParaRPr lang="en-US" sz="14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7380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流程管理子系统开发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流程管理是一个新的子系统，需从头开发并与已有样本管理子系统整合。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开发计划：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数据库层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需设计相应表单来存储相关信息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需考虑如何与现有表单关联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用户界面层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需新增流程管理相应界面</a:t>
            </a:r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638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流程管理子系统开发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0"/>
          <a:stretch/>
        </p:blipFill>
        <p:spPr bwMode="auto">
          <a:xfrm>
            <a:off x="1922346" y="2575725"/>
            <a:ext cx="7932957" cy="4114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/>
          <p:cNvSpPr txBox="1"/>
          <p:nvPr/>
        </p:nvSpPr>
        <p:spPr>
          <a:xfrm>
            <a:off x="1813161" y="1416001"/>
            <a:ext cx="9432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整体进度管理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400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24/08/2017</a:t>
            </a:r>
          </a:p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进度：</a:t>
            </a: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完成。</a:t>
            </a:r>
            <a:endParaRPr lang="en-US" altLang="zh-CN" sz="1400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解决方案</a:t>
            </a: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：可查询任意时段各项目样本收取和完成情况。蓝柱表示该段时间内收取样本数，橙柱表示未完成样本数。</a:t>
            </a:r>
            <a:endParaRPr lang="en-US" sz="14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5455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数据库实现 </a:t>
            </a:r>
            <a:r>
              <a:rPr lang="en-US" altLang="zh-CN" dirty="0"/>
              <a:t>–</a:t>
            </a:r>
            <a:r>
              <a:rPr lang="zh-CN" altLang="en-US" dirty="0"/>
              <a:t> 项目样品种类管理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8659" y="1938623"/>
            <a:ext cx="33567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项目列表（</a:t>
            </a:r>
            <a:r>
              <a:rPr lang="en-US" altLang="zh-CN" dirty="0" err="1"/>
              <a:t>ProjList</a:t>
            </a:r>
            <a:r>
              <a:rPr lang="zh-CN" altLang="en-US" dirty="0"/>
              <a:t>）是项目内容的基础。添加新项目从</a:t>
            </a:r>
            <a:r>
              <a:rPr lang="en-US" altLang="zh-CN" dirty="0" err="1"/>
              <a:t>ProjList</a:t>
            </a:r>
            <a:r>
              <a:rPr lang="zh-CN" altLang="en-US" dirty="0"/>
              <a:t>开始。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每个项目有自己独特的样品种类需求（如外显子组测序需要</a:t>
            </a:r>
            <a:r>
              <a:rPr lang="en-US" altLang="zh-CN" dirty="0"/>
              <a:t>DNA</a:t>
            </a:r>
            <a:r>
              <a:rPr lang="zh-CN" altLang="en-US" dirty="0"/>
              <a:t>，转录组测序需要</a:t>
            </a:r>
            <a:r>
              <a:rPr lang="en-US" altLang="zh-CN" dirty="0"/>
              <a:t>RNA</a:t>
            </a:r>
            <a:r>
              <a:rPr lang="zh-CN" altLang="en-US" dirty="0"/>
              <a:t>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通过</a:t>
            </a:r>
            <a:r>
              <a:rPr lang="en-US" altLang="zh-CN" dirty="0" err="1"/>
              <a:t>ProjSampleRequire</a:t>
            </a:r>
            <a:r>
              <a:rPr lang="zh-CN" altLang="en-US" dirty="0"/>
              <a:t>表指定每个项目所需样本，同时可通过</a:t>
            </a:r>
            <a:r>
              <a:rPr lang="en-US" altLang="zh-CN" dirty="0" err="1"/>
              <a:t>SplStage</a:t>
            </a:r>
            <a:r>
              <a:rPr lang="zh-CN" altLang="en-US" dirty="0"/>
              <a:t>指定该样本在工作流程中的位置。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样本种类管理在</a:t>
            </a:r>
            <a:r>
              <a:rPr lang="en-US" altLang="zh-CN" dirty="0" err="1"/>
              <a:t>SampleType</a:t>
            </a:r>
            <a:r>
              <a:rPr lang="zh-CN" altLang="en-US" dirty="0"/>
              <a:t>表中。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30" y="1938623"/>
            <a:ext cx="718185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0796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数据库实现 </a:t>
            </a:r>
            <a:r>
              <a:rPr lang="en-US" altLang="zh-CN" dirty="0"/>
              <a:t>–</a:t>
            </a:r>
            <a:r>
              <a:rPr lang="zh-CN" altLang="en-US" dirty="0"/>
              <a:t> 项目用户管理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859" y="1938623"/>
            <a:ext cx="7543800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598659" y="1747551"/>
            <a:ext cx="33567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每个项目有</a:t>
            </a:r>
            <a:r>
              <a:rPr lang="en-US" altLang="zh-CN" sz="1600" dirty="0"/>
              <a:t>PI</a:t>
            </a:r>
            <a:r>
              <a:rPr lang="zh-CN" altLang="en-US" sz="1600" dirty="0"/>
              <a:t> （项目主管）和</a:t>
            </a:r>
            <a:r>
              <a:rPr lang="en-US" altLang="zh-CN" sz="1600" dirty="0"/>
              <a:t>PM</a:t>
            </a:r>
            <a:r>
              <a:rPr lang="zh-CN" altLang="en-US" sz="1600" dirty="0"/>
              <a:t> （项目经理 ）</a:t>
            </a:r>
            <a:endParaRPr lang="en-US" altLang="zh-CN" sz="1600" dirty="0"/>
          </a:p>
          <a:p>
            <a:endParaRPr lang="en-US" sz="1600" dirty="0"/>
          </a:p>
          <a:p>
            <a:r>
              <a:rPr lang="zh-CN" altLang="en-US" sz="1600" dirty="0"/>
              <a:t>通过</a:t>
            </a:r>
            <a:r>
              <a:rPr lang="en-US" altLang="zh-CN" sz="1600" dirty="0" err="1"/>
              <a:t>PMList</a:t>
            </a:r>
            <a:r>
              <a:rPr lang="zh-CN" altLang="en-US" sz="1600" dirty="0"/>
              <a:t> 指定</a:t>
            </a:r>
            <a:r>
              <a:rPr lang="en-US" altLang="zh-CN" sz="1600" dirty="0"/>
              <a:t>User</a:t>
            </a:r>
            <a:r>
              <a:rPr lang="zh-CN" altLang="en-US" sz="1600" dirty="0"/>
              <a:t>列表中的用户成为项目成员。目前</a:t>
            </a:r>
            <a:r>
              <a:rPr lang="en-US" altLang="zh-CN" sz="1600" dirty="0"/>
              <a:t>PI</a:t>
            </a:r>
            <a:r>
              <a:rPr lang="zh-CN" altLang="en-US" sz="1600" dirty="0"/>
              <a:t>列表暂无实际用处。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User</a:t>
            </a:r>
            <a:r>
              <a:rPr lang="zh-CN" altLang="en-US" sz="1600" dirty="0"/>
              <a:t>列表中的</a:t>
            </a:r>
            <a:r>
              <a:rPr lang="en-US" altLang="zh-CN" sz="1600" dirty="0"/>
              <a:t>Access</a:t>
            </a:r>
            <a:r>
              <a:rPr lang="zh-CN" altLang="en-US" sz="1600" dirty="0"/>
              <a:t>栏位指定用户权限：</a:t>
            </a:r>
            <a:endParaRPr lang="en-US" altLang="zh-CN" sz="1600" dirty="0"/>
          </a:p>
          <a:p>
            <a:r>
              <a:rPr lang="en-US" altLang="zh-CN" sz="1600" dirty="0"/>
              <a:t>1—</a:t>
            </a:r>
            <a:r>
              <a:rPr lang="zh-CN" altLang="en-US" sz="1600" dirty="0"/>
              <a:t>用户在</a:t>
            </a:r>
            <a:r>
              <a:rPr lang="en-US" altLang="zh-CN" sz="1600" dirty="0"/>
              <a:t>PM</a:t>
            </a:r>
            <a:r>
              <a:rPr lang="zh-CN" altLang="en-US" sz="1600" dirty="0"/>
              <a:t>列表中指定项目只读，不可修改添加。</a:t>
            </a:r>
            <a:endParaRPr lang="en-US" altLang="zh-CN" sz="1600" dirty="0"/>
          </a:p>
          <a:p>
            <a:r>
              <a:rPr lang="en-US" altLang="zh-CN" sz="1600" dirty="0"/>
              <a:t>2—</a:t>
            </a:r>
            <a:r>
              <a:rPr lang="zh-CN" altLang="en-US" sz="1600" dirty="0"/>
              <a:t>用户在</a:t>
            </a:r>
            <a:r>
              <a:rPr lang="en-US" altLang="zh-CN" sz="1600" dirty="0"/>
              <a:t>PM</a:t>
            </a:r>
            <a:r>
              <a:rPr lang="zh-CN" altLang="en-US" sz="1600" dirty="0"/>
              <a:t>列表中指定项目可读写。</a:t>
            </a:r>
            <a:endParaRPr lang="en-US" altLang="zh-CN" sz="1600" dirty="0"/>
          </a:p>
          <a:p>
            <a:r>
              <a:rPr lang="en-US" altLang="zh-CN" sz="1600" dirty="0"/>
              <a:t>3—</a:t>
            </a:r>
            <a:r>
              <a:rPr lang="zh-CN" altLang="en-US" sz="1600" dirty="0"/>
              <a:t>用户对所有项目只读。</a:t>
            </a:r>
            <a:endParaRPr lang="en-US" altLang="zh-CN" sz="1600" dirty="0"/>
          </a:p>
          <a:p>
            <a:r>
              <a:rPr lang="en-US" altLang="zh-CN" sz="1600" dirty="0"/>
              <a:t>4—</a:t>
            </a:r>
            <a:r>
              <a:rPr lang="zh-CN" altLang="en-US" sz="1600" dirty="0"/>
              <a:t>用户对所有项目可读写。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对于</a:t>
            </a:r>
            <a:r>
              <a:rPr lang="en-US" altLang="zh-CN" sz="1600" dirty="0"/>
              <a:t>3</a:t>
            </a:r>
            <a:r>
              <a:rPr lang="zh-CN" altLang="en-US" sz="1600" dirty="0"/>
              <a:t>、</a:t>
            </a:r>
            <a:r>
              <a:rPr lang="en-US" altLang="zh-CN" sz="1600" dirty="0"/>
              <a:t>4</a:t>
            </a:r>
            <a:r>
              <a:rPr lang="zh-CN" altLang="en-US" sz="1600" dirty="0"/>
              <a:t>类用户，在新项目建立时不需在</a:t>
            </a:r>
            <a:r>
              <a:rPr lang="en-US" altLang="zh-CN" sz="1600" dirty="0" err="1"/>
              <a:t>PMList</a:t>
            </a:r>
            <a:r>
              <a:rPr lang="zh-CN" altLang="en-US" sz="1600" dirty="0"/>
              <a:t>表中新建项目关系。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4152450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数据库实现 </a:t>
            </a:r>
            <a:r>
              <a:rPr lang="en-US" altLang="zh-CN" dirty="0"/>
              <a:t>–</a:t>
            </a:r>
            <a:r>
              <a:rPr lang="zh-CN" altLang="en-US" dirty="0"/>
              <a:t> 项目样本管理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11987" y="1747551"/>
            <a:ext cx="30434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每个项目有多个样本个体存于</a:t>
            </a:r>
            <a:r>
              <a:rPr lang="en-US" altLang="zh-CN" sz="1600" dirty="0" err="1"/>
              <a:t>PtList</a:t>
            </a:r>
            <a:r>
              <a:rPr lang="zh-CN" altLang="en-US" sz="1600" dirty="0"/>
              <a:t>，</a:t>
            </a:r>
            <a:r>
              <a:rPr lang="en-US" altLang="zh-CN" sz="1600" dirty="0" err="1"/>
              <a:t>Pt_Serial</a:t>
            </a:r>
            <a:r>
              <a:rPr lang="zh-CN" altLang="en-US" sz="1600" dirty="0"/>
              <a:t>为个体名。</a:t>
            </a:r>
            <a:endParaRPr lang="en-US" altLang="zh-CN" sz="1600" dirty="0"/>
          </a:p>
          <a:p>
            <a:endParaRPr lang="en-US" sz="1600" dirty="0"/>
          </a:p>
          <a:p>
            <a:r>
              <a:rPr lang="zh-CN" altLang="en-US" sz="1600" dirty="0"/>
              <a:t>每个样本个体可有多个取样时间点存于</a:t>
            </a:r>
            <a:r>
              <a:rPr lang="en-US" altLang="zh-CN" sz="1600" dirty="0" err="1"/>
              <a:t>PtTpList</a:t>
            </a:r>
            <a:r>
              <a:rPr lang="zh-CN" altLang="en-US" sz="1600" dirty="0"/>
              <a:t>，通过</a:t>
            </a:r>
            <a:r>
              <a:rPr lang="en-US" altLang="zh-CN" sz="1600" dirty="0" err="1"/>
              <a:t>VstDt</a:t>
            </a:r>
            <a:r>
              <a:rPr lang="zh-CN" altLang="en-US" sz="1600" dirty="0"/>
              <a:t>区分。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每个取样时间点可有多个样本（</a:t>
            </a:r>
            <a:r>
              <a:rPr lang="en-US" altLang="zh-CN" sz="1600" dirty="0"/>
              <a:t>DNA-〉</a:t>
            </a:r>
            <a:r>
              <a:rPr lang="zh-CN" altLang="en-US" sz="1600" dirty="0"/>
              <a:t>建库</a:t>
            </a:r>
            <a:r>
              <a:rPr lang="en-US" altLang="zh-CN" sz="1600" dirty="0"/>
              <a:t>-〉</a:t>
            </a:r>
            <a:r>
              <a:rPr lang="zh-CN" altLang="en-US" sz="1600" dirty="0"/>
              <a:t>测序）存于</a:t>
            </a:r>
            <a:r>
              <a:rPr lang="en-US" altLang="zh-CN" sz="1600" dirty="0" err="1"/>
              <a:t>SampleList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每个样本可对应多个样品管存于</a:t>
            </a:r>
            <a:r>
              <a:rPr lang="en-US" altLang="zh-CN" sz="1600" dirty="0" err="1"/>
              <a:t>VialList</a:t>
            </a:r>
            <a:r>
              <a:rPr lang="zh-CN" altLang="en-US" sz="1600" dirty="0"/>
              <a:t>。</a:t>
            </a:r>
            <a:endParaRPr lang="en-US" altLang="zh-CN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1755346"/>
            <a:ext cx="7498600" cy="4740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5088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数据库实现 </a:t>
            </a:r>
            <a:r>
              <a:rPr lang="en-US" altLang="zh-CN" dirty="0"/>
              <a:t>–</a:t>
            </a:r>
            <a:r>
              <a:rPr lang="zh-CN" altLang="en-US" dirty="0"/>
              <a:t> 冰箱管理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8659" y="1938623"/>
            <a:ext cx="33567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冰箱列表（</a:t>
            </a:r>
            <a:r>
              <a:rPr lang="en-US" altLang="zh-CN" dirty="0" err="1"/>
              <a:t>FreezerList</a:t>
            </a:r>
            <a:r>
              <a:rPr lang="zh-CN" altLang="en-US" dirty="0"/>
              <a:t>）指定冰箱名称和内部空间安排。</a:t>
            </a:r>
            <a:r>
              <a:rPr lang="en-US" altLang="zh-CN" dirty="0" err="1"/>
              <a:t>MaxShelf</a:t>
            </a:r>
            <a:r>
              <a:rPr lang="zh-CN" altLang="en-US" dirty="0"/>
              <a:t>、</a:t>
            </a:r>
            <a:r>
              <a:rPr lang="en-US" altLang="zh-CN" dirty="0" err="1"/>
              <a:t>MaxRack</a:t>
            </a:r>
            <a:r>
              <a:rPr lang="zh-CN" altLang="en-US" dirty="0"/>
              <a:t>和</a:t>
            </a:r>
            <a:r>
              <a:rPr lang="en-US" altLang="zh-CN" dirty="0" err="1"/>
              <a:t>MaxBoxPerRack</a:t>
            </a:r>
            <a:r>
              <a:rPr lang="zh-CN" altLang="en-US" dirty="0"/>
              <a:t>分别指定最多层数、每层最多样本盒架及每样本盒架最多样本盒空间数。</a:t>
            </a:r>
            <a:r>
              <a:rPr lang="en-US" altLang="zh-CN" dirty="0" err="1"/>
              <a:t>ShelfDisp</a:t>
            </a:r>
            <a:r>
              <a:rPr lang="zh-CN" altLang="en-US" dirty="0"/>
              <a:t>、</a:t>
            </a:r>
            <a:r>
              <a:rPr lang="en-US" altLang="zh-CN" dirty="0" err="1"/>
              <a:t>RackDisp</a:t>
            </a:r>
            <a:r>
              <a:rPr lang="zh-CN" altLang="en-US" dirty="0"/>
              <a:t>及</a:t>
            </a:r>
            <a:r>
              <a:rPr lang="en-US" altLang="zh-CN" dirty="0" err="1"/>
              <a:t>BoxDisp</a:t>
            </a:r>
            <a:r>
              <a:rPr lang="zh-CN" altLang="en-US" dirty="0"/>
              <a:t>分别决定每个样本盒空间显示为数字还是字母。如第三层第三个样本盒架第三个样本盒可显示为</a:t>
            </a:r>
            <a:r>
              <a:rPr lang="en-US" altLang="zh-CN" dirty="0"/>
              <a:t>3-3-3</a:t>
            </a:r>
            <a:r>
              <a:rPr lang="zh-CN" altLang="en-US" dirty="0"/>
              <a:t>，</a:t>
            </a:r>
            <a:r>
              <a:rPr lang="en-US" altLang="zh-CN" dirty="0"/>
              <a:t>3-C-3</a:t>
            </a:r>
            <a:r>
              <a:rPr lang="zh-CN" altLang="en-US" dirty="0"/>
              <a:t>、</a:t>
            </a:r>
            <a:r>
              <a:rPr lang="en-US" altLang="zh-CN" dirty="0"/>
              <a:t>C-C-C </a:t>
            </a:r>
            <a:r>
              <a:rPr lang="zh-CN" altLang="en-US" dirty="0"/>
              <a:t>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每个样本盒存储空间在</a:t>
            </a:r>
            <a:r>
              <a:rPr lang="en-US" altLang="zh-CN" dirty="0" err="1"/>
              <a:t>FreezerLocatLis</a:t>
            </a:r>
            <a:r>
              <a:rPr lang="zh-CN" altLang="en-US" dirty="0"/>
              <a:t>中。其所在位置由</a:t>
            </a:r>
            <a:r>
              <a:rPr lang="en-US" altLang="zh-CN" dirty="0"/>
              <a:t>Shelf</a:t>
            </a:r>
            <a:r>
              <a:rPr lang="zh-CN" altLang="en-US" dirty="0"/>
              <a:t>、</a:t>
            </a:r>
            <a:r>
              <a:rPr lang="en-US" altLang="zh-CN" dirty="0"/>
              <a:t>Rack</a:t>
            </a:r>
            <a:r>
              <a:rPr lang="zh-CN" altLang="en-US" dirty="0"/>
              <a:t>及</a:t>
            </a:r>
            <a:r>
              <a:rPr lang="en-US" altLang="zh-CN" dirty="0" err="1"/>
              <a:t>RackLocat</a:t>
            </a:r>
            <a:r>
              <a:rPr lang="zh-CN" altLang="en-US" dirty="0"/>
              <a:t>决定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1938623"/>
            <a:ext cx="4829175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992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数据库实现 </a:t>
            </a:r>
            <a:r>
              <a:rPr lang="en-US" altLang="zh-CN" dirty="0"/>
              <a:t>–</a:t>
            </a:r>
            <a:r>
              <a:rPr lang="zh-CN" altLang="en-US" dirty="0"/>
              <a:t> 冰箱样本盒管理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8659" y="1938623"/>
            <a:ext cx="33567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样本盒（</a:t>
            </a:r>
            <a:r>
              <a:rPr lang="en-US" altLang="zh-CN" dirty="0" err="1"/>
              <a:t>BoxList</a:t>
            </a:r>
            <a:r>
              <a:rPr lang="zh-CN" altLang="en-US" dirty="0"/>
              <a:t>）含有样本盒名称（</a:t>
            </a:r>
            <a:r>
              <a:rPr lang="en-US" altLang="zh-CN" dirty="0" err="1"/>
              <a:t>BoxNickName</a:t>
            </a:r>
            <a:r>
              <a:rPr lang="zh-CN" altLang="en-US" dirty="0"/>
              <a:t>和</a:t>
            </a:r>
            <a:r>
              <a:rPr lang="en-US" altLang="zh-CN" dirty="0" err="1"/>
              <a:t>BoxDisp_FullName</a:t>
            </a:r>
            <a:r>
              <a:rPr lang="en-US" altLang="zh-CN" dirty="0"/>
              <a:t>)</a:t>
            </a:r>
            <a:r>
              <a:rPr lang="zh-CN" altLang="en-US" dirty="0"/>
              <a:t> 、容量（</a:t>
            </a:r>
            <a:r>
              <a:rPr lang="en-US" altLang="zh-CN" dirty="0" err="1"/>
              <a:t>MaxRow</a:t>
            </a:r>
            <a:r>
              <a:rPr lang="zh-CN" altLang="en-US" dirty="0"/>
              <a:t>和</a:t>
            </a:r>
            <a:r>
              <a:rPr lang="en-US" altLang="zh-CN" dirty="0" err="1"/>
              <a:t>MaxCol</a:t>
            </a:r>
            <a:r>
              <a:rPr lang="zh-CN" altLang="en-US" dirty="0"/>
              <a:t>）、位置（</a:t>
            </a:r>
            <a:r>
              <a:rPr lang="en-US" altLang="zh-CN" dirty="0" err="1"/>
              <a:t>FK_FreezerLocat</a:t>
            </a:r>
            <a:r>
              <a:rPr lang="zh-CN" altLang="en-US" dirty="0"/>
              <a:t>）及显示信息（</a:t>
            </a:r>
            <a:r>
              <a:rPr lang="en-US" altLang="zh-CN" dirty="0" err="1"/>
              <a:t>FillByRow</a:t>
            </a:r>
            <a:r>
              <a:rPr lang="zh-CN" altLang="en-US" dirty="0"/>
              <a:t>、</a:t>
            </a:r>
            <a:r>
              <a:rPr lang="en-US" altLang="zh-CN" dirty="0" err="1"/>
              <a:t>BxRowUseAlphabet</a:t>
            </a:r>
            <a:r>
              <a:rPr lang="zh-CN" altLang="en-US" dirty="0"/>
              <a:t>和</a:t>
            </a:r>
            <a:r>
              <a:rPr lang="en-US" altLang="zh-CN" dirty="0" err="1"/>
              <a:t>BxColUseAlphabet</a:t>
            </a:r>
            <a:r>
              <a:rPr lang="zh-CN" altLang="en-US" dirty="0"/>
              <a:t>）。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BoxReserve</a:t>
            </a:r>
            <a:r>
              <a:rPr lang="zh-CN" altLang="en-US" dirty="0"/>
              <a:t>指定该样本盒可容纳哪些项目的何种样本。如需不限样本，可通过添加</a:t>
            </a:r>
            <a:r>
              <a:rPr lang="en-US" altLang="zh-CN" dirty="0" err="1"/>
              <a:t>FK_ProjSampleKey</a:t>
            </a:r>
            <a:r>
              <a:rPr lang="en-US" altLang="zh-CN" dirty="0"/>
              <a:t> 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r>
              <a:rPr lang="zh-CN" altLang="en-US" dirty="0"/>
              <a:t> 的记录实现。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盒中的样品管位置记录于</a:t>
            </a:r>
            <a:r>
              <a:rPr lang="en-US" altLang="zh-CN" dirty="0" err="1"/>
              <a:t>WellList</a:t>
            </a:r>
            <a:r>
              <a:rPr lang="zh-CN" altLang="en-US" dirty="0"/>
              <a:t>。</a:t>
            </a:r>
            <a:r>
              <a:rPr lang="en-US" altLang="zh-CN" dirty="0" err="1"/>
              <a:t>WellNo</a:t>
            </a:r>
            <a:r>
              <a:rPr lang="zh-CN" altLang="en-US" dirty="0"/>
              <a:t>是主要信息，</a:t>
            </a:r>
            <a:r>
              <a:rPr lang="en-US" altLang="zh-CN" dirty="0" err="1"/>
              <a:t>RowNo</a:t>
            </a:r>
            <a:r>
              <a:rPr lang="zh-CN" altLang="en-US" dirty="0"/>
              <a:t>和</a:t>
            </a:r>
            <a:r>
              <a:rPr lang="en-US" altLang="zh-CN" dirty="0" err="1"/>
              <a:t>ColNo</a:t>
            </a:r>
            <a:r>
              <a:rPr lang="zh-CN" altLang="en-US" dirty="0"/>
              <a:t>通过</a:t>
            </a:r>
            <a:r>
              <a:rPr lang="en-US" altLang="zh-CN" dirty="0" err="1"/>
              <a:t>WellNo</a:t>
            </a:r>
            <a:r>
              <a:rPr lang="zh-CN" altLang="en-US" dirty="0"/>
              <a:t>换算得到。</a:t>
            </a:r>
            <a:endParaRPr lang="en-US" altLang="zh-C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71" y="1723528"/>
            <a:ext cx="5343525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3952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数据库实现 </a:t>
            </a:r>
            <a:r>
              <a:rPr lang="en-US" altLang="zh-CN" dirty="0"/>
              <a:t>–</a:t>
            </a:r>
            <a:r>
              <a:rPr lang="zh-CN" altLang="en-US" dirty="0"/>
              <a:t> 样品管存放位置管理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809" y="5432449"/>
            <a:ext cx="11095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样品管在冰箱中的位置由上述</a:t>
            </a:r>
            <a:r>
              <a:rPr lang="en-US" altLang="zh-CN" dirty="0"/>
              <a:t>5</a:t>
            </a:r>
            <a:r>
              <a:rPr lang="zh-CN" altLang="en-US" dirty="0"/>
              <a:t>个表格决定。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83" y="1884031"/>
            <a:ext cx="7353300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927" y="1952271"/>
            <a:ext cx="4162425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1805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1856</Words>
  <Application>Microsoft Office PowerPoint</Application>
  <PresentationFormat>Widescreen</PresentationFormat>
  <Paragraphs>173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Office Theme</vt:lpstr>
      <vt:lpstr>医检所样本及流程管理LIMS系统</vt:lpstr>
      <vt:lpstr>医检所NGS检测流程</vt:lpstr>
      <vt:lpstr>样本及流程管理LIMS系统要求</vt:lpstr>
      <vt:lpstr>样本及流程管理LIMS系统现状</vt:lpstr>
      <vt:lpstr>样本管理</vt:lpstr>
      <vt:lpstr>样本基本信息</vt:lpstr>
      <vt:lpstr>样本管理的基础</vt:lpstr>
      <vt:lpstr>已有功能展示 -- 样本基本信息</vt:lpstr>
      <vt:lpstr>多时间点取样</vt:lpstr>
      <vt:lpstr>已有功能展示 -- 多时间点取样</vt:lpstr>
      <vt:lpstr>多项目管理</vt:lpstr>
      <vt:lpstr>已有功能展示 -- 多项目管理</vt:lpstr>
      <vt:lpstr>已有功能展示 -- 多项目管理</vt:lpstr>
      <vt:lpstr>已有功能展示 -- 可追溯性</vt:lpstr>
      <vt:lpstr>已有功能展示 -- 可追溯性</vt:lpstr>
      <vt:lpstr>样本及流程管理LIMS系统开发计划</vt:lpstr>
      <vt:lpstr>样本管理子系统新增功能开发</vt:lpstr>
      <vt:lpstr>样本管理子系统新增功能开发</vt:lpstr>
      <vt:lpstr>流程管理子系统开发</vt:lpstr>
      <vt:lpstr>流程管理子系统开发</vt:lpstr>
      <vt:lpstr>数据库实现 – 项目样品种类管理</vt:lpstr>
      <vt:lpstr>数据库实现 – 项目用户管理</vt:lpstr>
      <vt:lpstr>数据库实现 – 项目样本管理</vt:lpstr>
      <vt:lpstr>数据库实现 – 冰箱管理</vt:lpstr>
      <vt:lpstr>数据库实现 – 冰箱样本盒管理</vt:lpstr>
      <vt:lpstr>数据库实现 – 样品管存放位置管理</vt:lpstr>
    </vt:vector>
  </TitlesOfParts>
  <Company>TTSH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TTSH Lab Vial Tracker Guide</dc:title>
  <dc:creator>Wang Jingbo</dc:creator>
  <cp:lastModifiedBy>R W</cp:lastModifiedBy>
  <cp:revision>173</cp:revision>
  <dcterms:created xsi:type="dcterms:W3CDTF">2014-05-05T09:17:47Z</dcterms:created>
  <dcterms:modified xsi:type="dcterms:W3CDTF">2026-02-11T05:45:38Z</dcterms:modified>
</cp:coreProperties>
</file>